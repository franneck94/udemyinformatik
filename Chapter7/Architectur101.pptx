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61" r:id="rId1"/>
  </p:sldMasterIdLst>
  <p:notesMasterIdLst>
    <p:notesMasterId r:id="rId17"/>
  </p:notesMasterIdLst>
  <p:sldIdLst>
    <p:sldId id="264" r:id="rId2"/>
    <p:sldId id="307" r:id="rId3"/>
    <p:sldId id="300" r:id="rId4"/>
    <p:sldId id="299" r:id="rId5"/>
    <p:sldId id="301" r:id="rId6"/>
    <p:sldId id="302" r:id="rId7"/>
    <p:sldId id="303" r:id="rId8"/>
    <p:sldId id="304" r:id="rId9"/>
    <p:sldId id="305" r:id="rId10"/>
    <p:sldId id="308" r:id="rId11"/>
    <p:sldId id="309" r:id="rId12"/>
    <p:sldId id="306" r:id="rId13"/>
    <p:sldId id="310" r:id="rId14"/>
    <p:sldId id="311" r:id="rId15"/>
    <p:sldId id="312" r:id="rId16"/>
  </p:sldIdLst>
  <p:sldSz cx="9144000" cy="5143500" type="screen16x9"/>
  <p:notesSz cx="6858000" cy="9144000"/>
  <p:embeddedFontLst>
    <p:embeddedFont>
      <p:font typeface="Nunito Sans" pitchFamily="2" charset="0"/>
      <p:regular r:id="rId18"/>
      <p:bold r:id="rId19"/>
      <p:italic r:id="rId20"/>
      <p:boldItalic r:id="rId21"/>
    </p:embeddedFont>
    <p:embeddedFont>
      <p:font typeface="Tunga" panose="020B0502040204020203" pitchFamily="34" charset="0"/>
      <p:regular r:id="rId22"/>
      <p:bold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59D503-4953-402C-B6E9-EF7AF153E081}" v="14" dt="2022-07-29T16:35:35.436"/>
  </p1510:revLst>
</p1510:revInfo>
</file>

<file path=ppt/tableStyles.xml><?xml version="1.0" encoding="utf-8"?>
<a:tblStyleLst xmlns:a="http://schemas.openxmlformats.org/drawingml/2006/main" def="{7488D3DE-BFCF-4EC1-9738-BBCC727838A4}">
  <a:tblStyle styleId="{7488D3DE-BFCF-4EC1-9738-BBCC727838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3" d="100"/>
          <a:sy n="153" d="100"/>
        </p:scale>
        <p:origin x="73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n Schaffranek" userId="185de13651d64d23" providerId="LiveId" clId="{8F5C0F12-0A69-48C7-B98B-A137CF72973F}"/>
    <pc:docChg chg="undo custSel addSld delSld modSld sldOrd">
      <pc:chgData name="Jan Schaffranek" userId="185de13651d64d23" providerId="LiveId" clId="{8F5C0F12-0A69-48C7-B98B-A137CF72973F}" dt="2022-07-28T06:11:43.074" v="1755" actId="1076"/>
      <pc:docMkLst>
        <pc:docMk/>
      </pc:docMkLst>
      <pc:sldChg chg="del">
        <pc:chgData name="Jan Schaffranek" userId="185de13651d64d23" providerId="LiveId" clId="{8F5C0F12-0A69-48C7-B98B-A137CF72973F}" dt="2022-07-28T05:23:35.070" v="0" actId="47"/>
        <pc:sldMkLst>
          <pc:docMk/>
          <pc:sldMk cId="0" sldId="256"/>
        </pc:sldMkLst>
      </pc:sldChg>
      <pc:sldChg chg="modSp add del mod">
        <pc:chgData name="Jan Schaffranek" userId="185de13651d64d23" providerId="LiveId" clId="{8F5C0F12-0A69-48C7-B98B-A137CF72973F}" dt="2022-07-28T05:39:56.198" v="1238" actId="2711"/>
        <pc:sldMkLst>
          <pc:docMk/>
          <pc:sldMk cId="0" sldId="264"/>
        </pc:sldMkLst>
        <pc:spChg chg="mod">
          <ac:chgData name="Jan Schaffranek" userId="185de13651d64d23" providerId="LiveId" clId="{8F5C0F12-0A69-48C7-B98B-A137CF72973F}" dt="2022-07-28T05:39:56.198" v="1238" actId="2711"/>
          <ac:spMkLst>
            <pc:docMk/>
            <pc:sldMk cId="0" sldId="264"/>
            <ac:spMk id="161" creationId="{00000000-0000-0000-0000-000000000000}"/>
          </ac:spMkLst>
        </pc:spChg>
      </pc:sldChg>
      <pc:sldChg chg="del">
        <pc:chgData name="Jan Schaffranek" userId="185de13651d64d23" providerId="LiveId" clId="{8F5C0F12-0A69-48C7-B98B-A137CF72973F}" dt="2022-07-28T05:24:13.830" v="42" actId="47"/>
        <pc:sldMkLst>
          <pc:docMk/>
          <pc:sldMk cId="224579613" sldId="283"/>
        </pc:sldMkLst>
      </pc:sldChg>
      <pc:sldChg chg="new del">
        <pc:chgData name="Jan Schaffranek" userId="185de13651d64d23" providerId="LiveId" clId="{8F5C0F12-0A69-48C7-B98B-A137CF72973F}" dt="2022-07-28T05:25:42.382" v="155" actId="47"/>
        <pc:sldMkLst>
          <pc:docMk/>
          <pc:sldMk cId="2720602461" sldId="284"/>
        </pc:sldMkLst>
      </pc:sldChg>
      <pc:sldChg chg="del">
        <pc:chgData name="Jan Schaffranek" userId="185de13651d64d23" providerId="LiveId" clId="{8F5C0F12-0A69-48C7-B98B-A137CF72973F}" dt="2022-07-28T05:23:40.870" v="5" actId="47"/>
        <pc:sldMkLst>
          <pc:docMk/>
          <pc:sldMk cId="3612567671" sldId="284"/>
        </pc:sldMkLst>
      </pc:sldChg>
      <pc:sldChg chg="addSp modSp new mod">
        <pc:chgData name="Jan Schaffranek" userId="185de13651d64d23" providerId="LiveId" clId="{8F5C0F12-0A69-48C7-B98B-A137CF72973F}" dt="2022-07-28T05:56:22.657" v="1535" actId="20577"/>
        <pc:sldMkLst>
          <pc:docMk/>
          <pc:sldMk cId="938051016" sldId="285"/>
        </pc:sldMkLst>
        <pc:spChg chg="add mod">
          <ac:chgData name="Jan Schaffranek" userId="185de13651d64d23" providerId="LiveId" clId="{8F5C0F12-0A69-48C7-B98B-A137CF72973F}" dt="2022-07-28T05:56:22.657" v="1535" actId="20577"/>
          <ac:spMkLst>
            <pc:docMk/>
            <pc:sldMk cId="938051016" sldId="285"/>
            <ac:spMk id="5" creationId="{93BC3B00-A7DF-87F4-990F-44B79C8418DB}"/>
          </ac:spMkLst>
        </pc:spChg>
        <pc:picChg chg="add mod">
          <ac:chgData name="Jan Schaffranek" userId="185de13651d64d23" providerId="LiveId" clId="{8F5C0F12-0A69-48C7-B98B-A137CF72973F}" dt="2022-07-28T05:24:33.960" v="45" actId="1076"/>
          <ac:picMkLst>
            <pc:docMk/>
            <pc:sldMk cId="938051016" sldId="285"/>
            <ac:picMk id="4" creationId="{DA29CA65-07B5-527C-315A-7DE2D83AF7EA}"/>
          </ac:picMkLst>
        </pc:picChg>
      </pc:sldChg>
      <pc:sldChg chg="del">
        <pc:chgData name="Jan Schaffranek" userId="185de13651d64d23" providerId="LiveId" clId="{8F5C0F12-0A69-48C7-B98B-A137CF72973F}" dt="2022-07-28T05:23:41.275" v="6" actId="47"/>
        <pc:sldMkLst>
          <pc:docMk/>
          <pc:sldMk cId="982671109" sldId="285"/>
        </pc:sldMkLst>
      </pc:sldChg>
      <pc:sldChg chg="addSp delSp modSp add mod">
        <pc:chgData name="Jan Schaffranek" userId="185de13651d64d23" providerId="LiveId" clId="{8F5C0F12-0A69-48C7-B98B-A137CF72973F}" dt="2022-07-28T06:11:04.938" v="1750" actId="20577"/>
        <pc:sldMkLst>
          <pc:docMk/>
          <pc:sldMk cId="1668520884" sldId="286"/>
        </pc:sldMkLst>
        <pc:spChg chg="mod">
          <ac:chgData name="Jan Schaffranek" userId="185de13651d64d23" providerId="LiveId" clId="{8F5C0F12-0A69-48C7-B98B-A137CF72973F}" dt="2022-07-28T06:11:04.938" v="1750" actId="20577"/>
          <ac:spMkLst>
            <pc:docMk/>
            <pc:sldMk cId="1668520884" sldId="286"/>
            <ac:spMk id="5" creationId="{93BC3B00-A7DF-87F4-990F-44B79C8418DB}"/>
          </ac:spMkLst>
        </pc:spChg>
        <pc:picChg chg="del mod">
          <ac:chgData name="Jan Schaffranek" userId="185de13651d64d23" providerId="LiveId" clId="{8F5C0F12-0A69-48C7-B98B-A137CF72973F}" dt="2022-07-28T05:27:26.125" v="303" actId="478"/>
          <ac:picMkLst>
            <pc:docMk/>
            <pc:sldMk cId="1668520884" sldId="286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27:31.741" v="308" actId="1076"/>
          <ac:picMkLst>
            <pc:docMk/>
            <pc:sldMk cId="1668520884" sldId="286"/>
            <ac:picMk id="6" creationId="{7D0F131D-0326-5649-F8B7-CBEB35997D02}"/>
          </ac:picMkLst>
        </pc:picChg>
      </pc:sldChg>
      <pc:sldChg chg="del">
        <pc:chgData name="Jan Schaffranek" userId="185de13651d64d23" providerId="LiveId" clId="{8F5C0F12-0A69-48C7-B98B-A137CF72973F}" dt="2022-07-28T05:23:35.508" v="1" actId="47"/>
        <pc:sldMkLst>
          <pc:docMk/>
          <pc:sldMk cId="2839675043" sldId="286"/>
        </pc:sldMkLst>
      </pc:sldChg>
      <pc:sldChg chg="del">
        <pc:chgData name="Jan Schaffranek" userId="185de13651d64d23" providerId="LiveId" clId="{8F5C0F12-0A69-48C7-B98B-A137CF72973F}" dt="2022-07-28T05:23:35.833" v="2" actId="47"/>
        <pc:sldMkLst>
          <pc:docMk/>
          <pc:sldMk cId="1787185965" sldId="287"/>
        </pc:sldMkLst>
      </pc:sldChg>
      <pc:sldChg chg="addSp delSp modSp add mod">
        <pc:chgData name="Jan Schaffranek" userId="185de13651d64d23" providerId="LiveId" clId="{8F5C0F12-0A69-48C7-B98B-A137CF72973F}" dt="2022-07-28T05:56:10.051" v="1532" actId="20577"/>
        <pc:sldMkLst>
          <pc:docMk/>
          <pc:sldMk cId="3926205359" sldId="287"/>
        </pc:sldMkLst>
        <pc:spChg chg="mod">
          <ac:chgData name="Jan Schaffranek" userId="185de13651d64d23" providerId="LiveId" clId="{8F5C0F12-0A69-48C7-B98B-A137CF72973F}" dt="2022-07-28T05:56:10.051" v="1532" actId="20577"/>
          <ac:spMkLst>
            <pc:docMk/>
            <pc:sldMk cId="3926205359" sldId="287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28:09.899" v="317" actId="478"/>
          <ac:picMkLst>
            <pc:docMk/>
            <pc:sldMk cId="3926205359" sldId="287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28:14.215" v="320" actId="1076"/>
          <ac:picMkLst>
            <pc:docMk/>
            <pc:sldMk cId="3926205359" sldId="287"/>
            <ac:picMk id="6" creationId="{BCA3232C-483D-4170-4DB1-EE23142CAB5E}"/>
          </ac:picMkLst>
        </pc:picChg>
      </pc:sldChg>
      <pc:sldChg chg="addSp delSp modSp add mod">
        <pc:chgData name="Jan Schaffranek" userId="185de13651d64d23" providerId="LiveId" clId="{8F5C0F12-0A69-48C7-B98B-A137CF72973F}" dt="2022-07-28T05:37:06.501" v="1039" actId="20577"/>
        <pc:sldMkLst>
          <pc:docMk/>
          <pc:sldMk cId="2014518586" sldId="288"/>
        </pc:sldMkLst>
        <pc:spChg chg="mod">
          <ac:chgData name="Jan Schaffranek" userId="185de13651d64d23" providerId="LiveId" clId="{8F5C0F12-0A69-48C7-B98B-A137CF72973F}" dt="2022-07-28T05:37:06.501" v="1039" actId="20577"/>
          <ac:spMkLst>
            <pc:docMk/>
            <pc:sldMk cId="2014518586" sldId="288"/>
            <ac:spMk id="5" creationId="{93BC3B00-A7DF-87F4-990F-44B79C8418DB}"/>
          </ac:spMkLst>
        </pc:spChg>
        <pc:picChg chg="del mod">
          <ac:chgData name="Jan Schaffranek" userId="185de13651d64d23" providerId="LiveId" clId="{8F5C0F12-0A69-48C7-B98B-A137CF72973F}" dt="2022-07-28T05:36:00.649" v="941" actId="478"/>
          <ac:picMkLst>
            <pc:docMk/>
            <pc:sldMk cId="2014518586" sldId="288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6:04.918" v="944" actId="1076"/>
          <ac:picMkLst>
            <pc:docMk/>
            <pc:sldMk cId="2014518586" sldId="288"/>
            <ac:picMk id="6" creationId="{7BDEF5BE-0348-64BA-3D82-BEB83D6B8990}"/>
          </ac:picMkLst>
        </pc:picChg>
      </pc:sldChg>
      <pc:sldChg chg="addSp delSp modSp add mod">
        <pc:chgData name="Jan Schaffranek" userId="185de13651d64d23" providerId="LiveId" clId="{8F5C0F12-0A69-48C7-B98B-A137CF72973F}" dt="2022-07-28T05:36:55.473" v="1024" actId="1076"/>
        <pc:sldMkLst>
          <pc:docMk/>
          <pc:sldMk cId="1520223503" sldId="289"/>
        </pc:sldMkLst>
        <pc:spChg chg="mod">
          <ac:chgData name="Jan Schaffranek" userId="185de13651d64d23" providerId="LiveId" clId="{8F5C0F12-0A69-48C7-B98B-A137CF72973F}" dt="2022-07-28T05:36:39.150" v="1020" actId="20577"/>
          <ac:spMkLst>
            <pc:docMk/>
            <pc:sldMk cId="1520223503" sldId="289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36:50.590" v="1021" actId="478"/>
          <ac:picMkLst>
            <pc:docMk/>
            <pc:sldMk cId="1520223503" sldId="289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6:55.473" v="1024" actId="1076"/>
          <ac:picMkLst>
            <pc:docMk/>
            <pc:sldMk cId="1520223503" sldId="289"/>
            <ac:picMk id="6" creationId="{38997EA5-5664-EE38-B4C6-C91D905A9203}"/>
          </ac:picMkLst>
        </pc:picChg>
      </pc:sldChg>
      <pc:sldChg chg="addSp delSp modSp add mod">
        <pc:chgData name="Jan Schaffranek" userId="185de13651d64d23" providerId="LiveId" clId="{8F5C0F12-0A69-48C7-B98B-A137CF72973F}" dt="2022-07-28T05:30:03.055" v="502" actId="14100"/>
        <pc:sldMkLst>
          <pc:docMk/>
          <pc:sldMk cId="1434879263" sldId="290"/>
        </pc:sldMkLst>
        <pc:spChg chg="mod">
          <ac:chgData name="Jan Schaffranek" userId="185de13651d64d23" providerId="LiveId" clId="{8F5C0F12-0A69-48C7-B98B-A137CF72973F}" dt="2022-07-28T05:29:31.883" v="497" actId="20577"/>
          <ac:spMkLst>
            <pc:docMk/>
            <pc:sldMk cId="1434879263" sldId="290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29:41.637" v="498" actId="478"/>
          <ac:picMkLst>
            <pc:docMk/>
            <pc:sldMk cId="1434879263" sldId="290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0:03.055" v="502" actId="14100"/>
          <ac:picMkLst>
            <pc:docMk/>
            <pc:sldMk cId="1434879263" sldId="290"/>
            <ac:picMk id="6" creationId="{E328AB2F-8417-15FD-13FB-A58198CD7301}"/>
          </ac:picMkLst>
        </pc:picChg>
      </pc:sldChg>
      <pc:sldChg chg="addSp delSp modSp add mod">
        <pc:chgData name="Jan Schaffranek" userId="185de13651d64d23" providerId="LiveId" clId="{8F5C0F12-0A69-48C7-B98B-A137CF72973F}" dt="2022-07-28T05:30:51.012" v="568" actId="1076"/>
        <pc:sldMkLst>
          <pc:docMk/>
          <pc:sldMk cId="943007070" sldId="291"/>
        </pc:sldMkLst>
        <pc:spChg chg="mod">
          <ac:chgData name="Jan Schaffranek" userId="185de13651d64d23" providerId="LiveId" clId="{8F5C0F12-0A69-48C7-B98B-A137CF72973F}" dt="2022-07-28T05:30:35.995" v="563" actId="20577"/>
          <ac:spMkLst>
            <pc:docMk/>
            <pc:sldMk cId="943007070" sldId="291"/>
            <ac:spMk id="5" creationId="{93BC3B00-A7DF-87F4-990F-44B79C8418DB}"/>
          </ac:spMkLst>
        </pc:spChg>
        <pc:picChg chg="del mod">
          <ac:chgData name="Jan Schaffranek" userId="185de13651d64d23" providerId="LiveId" clId="{8F5C0F12-0A69-48C7-B98B-A137CF72973F}" dt="2022-07-28T05:30:46.986" v="565" actId="478"/>
          <ac:picMkLst>
            <pc:docMk/>
            <pc:sldMk cId="943007070" sldId="291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0:51.012" v="568" actId="1076"/>
          <ac:picMkLst>
            <pc:docMk/>
            <pc:sldMk cId="943007070" sldId="291"/>
            <ac:picMk id="6" creationId="{BD555DC6-314C-8CDE-9348-7B626FDB4AAB}"/>
          </ac:picMkLst>
        </pc:picChg>
      </pc:sldChg>
      <pc:sldChg chg="addSp delSp modSp add mod">
        <pc:chgData name="Jan Schaffranek" userId="185de13651d64d23" providerId="LiveId" clId="{8F5C0F12-0A69-48C7-B98B-A137CF72973F}" dt="2022-07-28T05:32:34.606" v="723" actId="1076"/>
        <pc:sldMkLst>
          <pc:docMk/>
          <pc:sldMk cId="3722708052" sldId="292"/>
        </pc:sldMkLst>
        <pc:spChg chg="mod">
          <ac:chgData name="Jan Schaffranek" userId="185de13651d64d23" providerId="LiveId" clId="{8F5C0F12-0A69-48C7-B98B-A137CF72973F}" dt="2022-07-28T05:32:13.938" v="719" actId="20577"/>
          <ac:spMkLst>
            <pc:docMk/>
            <pc:sldMk cId="3722708052" sldId="292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32:30.813" v="720" actId="478"/>
          <ac:picMkLst>
            <pc:docMk/>
            <pc:sldMk cId="3722708052" sldId="292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2:34.606" v="723" actId="1076"/>
          <ac:picMkLst>
            <pc:docMk/>
            <pc:sldMk cId="3722708052" sldId="292"/>
            <ac:picMk id="6" creationId="{45D2E905-CFC2-6E94-6F97-E4505A496AB9}"/>
          </ac:picMkLst>
        </pc:picChg>
      </pc:sldChg>
      <pc:sldChg chg="addSp delSp modSp add mod">
        <pc:chgData name="Jan Schaffranek" userId="185de13651d64d23" providerId="LiveId" clId="{8F5C0F12-0A69-48C7-B98B-A137CF72973F}" dt="2022-07-28T05:56:16.288" v="1534" actId="20577"/>
        <pc:sldMkLst>
          <pc:docMk/>
          <pc:sldMk cId="119731001" sldId="293"/>
        </pc:sldMkLst>
        <pc:spChg chg="mod">
          <ac:chgData name="Jan Schaffranek" userId="185de13651d64d23" providerId="LiveId" clId="{8F5C0F12-0A69-48C7-B98B-A137CF72973F}" dt="2022-07-28T05:56:16.288" v="1534" actId="20577"/>
          <ac:spMkLst>
            <pc:docMk/>
            <pc:sldMk cId="119731001" sldId="293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34:27.399" v="798" actId="478"/>
          <ac:picMkLst>
            <pc:docMk/>
            <pc:sldMk cId="119731001" sldId="293"/>
            <ac:picMk id="4" creationId="{DA29CA65-07B5-527C-315A-7DE2D83AF7EA}"/>
          </ac:picMkLst>
        </pc:picChg>
        <pc:picChg chg="add del">
          <ac:chgData name="Jan Schaffranek" userId="185de13651d64d23" providerId="LiveId" clId="{8F5C0F12-0A69-48C7-B98B-A137CF72973F}" dt="2022-07-28T05:34:30.226" v="800" actId="478"/>
          <ac:picMkLst>
            <pc:docMk/>
            <pc:sldMk cId="119731001" sldId="293"/>
            <ac:picMk id="6" creationId="{691DBAAF-715B-9D7A-6890-6E77885D6F8C}"/>
          </ac:picMkLst>
        </pc:picChg>
        <pc:picChg chg="add mod">
          <ac:chgData name="Jan Schaffranek" userId="185de13651d64d23" providerId="LiveId" clId="{8F5C0F12-0A69-48C7-B98B-A137CF72973F}" dt="2022-07-28T05:34:38.242" v="802" actId="1076"/>
          <ac:picMkLst>
            <pc:docMk/>
            <pc:sldMk cId="119731001" sldId="293"/>
            <ac:picMk id="8" creationId="{B95C35D5-8A9D-58AB-7D16-D10E92CFBFC4}"/>
          </ac:picMkLst>
        </pc:picChg>
      </pc:sldChg>
      <pc:sldChg chg="addSp delSp modSp add mod">
        <pc:chgData name="Jan Schaffranek" userId="185de13651d64d23" providerId="LiveId" clId="{8F5C0F12-0A69-48C7-B98B-A137CF72973F}" dt="2022-07-28T05:38:10.694" v="1149" actId="1076"/>
        <pc:sldMkLst>
          <pc:docMk/>
          <pc:sldMk cId="1951990170" sldId="294"/>
        </pc:sldMkLst>
        <pc:spChg chg="mod">
          <ac:chgData name="Jan Schaffranek" userId="185de13651d64d23" providerId="LiveId" clId="{8F5C0F12-0A69-48C7-B98B-A137CF72973F}" dt="2022-07-28T05:38:00.608" v="1145" actId="20577"/>
          <ac:spMkLst>
            <pc:docMk/>
            <pc:sldMk cId="1951990170" sldId="294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38:07.069" v="1146" actId="478"/>
          <ac:picMkLst>
            <pc:docMk/>
            <pc:sldMk cId="1951990170" sldId="294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8:10.694" v="1149" actId="1076"/>
          <ac:picMkLst>
            <pc:docMk/>
            <pc:sldMk cId="1951990170" sldId="294"/>
            <ac:picMk id="6" creationId="{D9CBACC7-1484-F28E-122B-FED0C26849B5}"/>
          </ac:picMkLst>
        </pc:picChg>
      </pc:sldChg>
      <pc:sldChg chg="addSp delSp modSp add mod">
        <pc:chgData name="Jan Schaffranek" userId="185de13651d64d23" providerId="LiveId" clId="{8F5C0F12-0A69-48C7-B98B-A137CF72973F}" dt="2022-07-28T05:39:36.400" v="1237" actId="20577"/>
        <pc:sldMkLst>
          <pc:docMk/>
          <pc:sldMk cId="432260093" sldId="295"/>
        </pc:sldMkLst>
        <pc:spChg chg="mod">
          <ac:chgData name="Jan Schaffranek" userId="185de13651d64d23" providerId="LiveId" clId="{8F5C0F12-0A69-48C7-B98B-A137CF72973F}" dt="2022-07-28T05:39:36.400" v="1237" actId="20577"/>
          <ac:spMkLst>
            <pc:docMk/>
            <pc:sldMk cId="432260093" sldId="295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39:10.339" v="1150" actId="478"/>
          <ac:picMkLst>
            <pc:docMk/>
            <pc:sldMk cId="432260093" sldId="295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39:14.283" v="1153" actId="1076"/>
          <ac:picMkLst>
            <pc:docMk/>
            <pc:sldMk cId="432260093" sldId="295"/>
            <ac:picMk id="6" creationId="{89CDC889-AC29-8CFB-1B39-C7CFBDFEBD6C}"/>
          </ac:picMkLst>
        </pc:picChg>
      </pc:sldChg>
      <pc:sldChg chg="addSp delSp modSp add mod ord">
        <pc:chgData name="Jan Schaffranek" userId="185de13651d64d23" providerId="LiveId" clId="{8F5C0F12-0A69-48C7-B98B-A137CF72973F}" dt="2022-07-28T05:54:34.605" v="1457" actId="1076"/>
        <pc:sldMkLst>
          <pc:docMk/>
          <pc:sldMk cId="3004162879" sldId="296"/>
        </pc:sldMkLst>
        <pc:spChg chg="mod">
          <ac:chgData name="Jan Schaffranek" userId="185de13651d64d23" providerId="LiveId" clId="{8F5C0F12-0A69-48C7-B98B-A137CF72973F}" dt="2022-07-28T05:53:52.630" v="1453" actId="20577"/>
          <ac:spMkLst>
            <pc:docMk/>
            <pc:sldMk cId="3004162879" sldId="296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54:31.098" v="1454" actId="478"/>
          <ac:picMkLst>
            <pc:docMk/>
            <pc:sldMk cId="3004162879" sldId="296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54:34.605" v="1457" actId="1076"/>
          <ac:picMkLst>
            <pc:docMk/>
            <pc:sldMk cId="3004162879" sldId="296"/>
            <ac:picMk id="6" creationId="{798F2965-0DDF-F293-06FC-7DB449E1341F}"/>
          </ac:picMkLst>
        </pc:picChg>
      </pc:sldChg>
      <pc:sldChg chg="addSp delSp modSp add mod ord">
        <pc:chgData name="Jan Schaffranek" userId="185de13651d64d23" providerId="LiveId" clId="{8F5C0F12-0A69-48C7-B98B-A137CF72973F}" dt="2022-07-28T05:55:59.689" v="1531"/>
        <pc:sldMkLst>
          <pc:docMk/>
          <pc:sldMk cId="3251677670" sldId="297"/>
        </pc:sldMkLst>
        <pc:spChg chg="mod">
          <ac:chgData name="Jan Schaffranek" userId="185de13651d64d23" providerId="LiveId" clId="{8F5C0F12-0A69-48C7-B98B-A137CF72973F}" dt="2022-07-28T05:55:59.689" v="1531"/>
          <ac:spMkLst>
            <pc:docMk/>
            <pc:sldMk cId="3251677670" sldId="297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55:19.249" v="1470" actId="478"/>
          <ac:picMkLst>
            <pc:docMk/>
            <pc:sldMk cId="3251677670" sldId="297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55:24.053" v="1474" actId="1076"/>
          <ac:picMkLst>
            <pc:docMk/>
            <pc:sldMk cId="3251677670" sldId="297"/>
            <ac:picMk id="6" creationId="{9CE0D151-F134-CF86-8D78-1B9BB3A4CFDF}"/>
          </ac:picMkLst>
        </pc:picChg>
      </pc:sldChg>
      <pc:sldChg chg="addSp delSp modSp add mod ord">
        <pc:chgData name="Jan Schaffranek" userId="185de13651d64d23" providerId="LiveId" clId="{8F5C0F12-0A69-48C7-B98B-A137CF72973F}" dt="2022-07-28T06:11:43.074" v="1755" actId="1076"/>
        <pc:sldMkLst>
          <pc:docMk/>
          <pc:sldMk cId="2163509060" sldId="298"/>
        </pc:sldMkLst>
        <pc:spChg chg="mod">
          <ac:chgData name="Jan Schaffranek" userId="185de13651d64d23" providerId="LiveId" clId="{8F5C0F12-0A69-48C7-B98B-A137CF72973F}" dt="2022-07-28T05:57:35.787" v="1551" actId="20577"/>
          <ac:spMkLst>
            <pc:docMk/>
            <pc:sldMk cId="2163509060" sldId="298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57:59.316" v="1552" actId="478"/>
          <ac:picMkLst>
            <pc:docMk/>
            <pc:sldMk cId="2163509060" sldId="298"/>
            <ac:picMk id="4" creationId="{DA29CA65-07B5-527C-315A-7DE2D83AF7EA}"/>
          </ac:picMkLst>
        </pc:picChg>
        <pc:picChg chg="add del mod">
          <ac:chgData name="Jan Schaffranek" userId="185de13651d64d23" providerId="LiveId" clId="{8F5C0F12-0A69-48C7-B98B-A137CF72973F}" dt="2022-07-28T05:58:07.159" v="1555" actId="478"/>
          <ac:picMkLst>
            <pc:docMk/>
            <pc:sldMk cId="2163509060" sldId="298"/>
            <ac:picMk id="6" creationId="{07992551-BA6F-C98C-2955-B41A1C7F1BA3}"/>
          </ac:picMkLst>
        </pc:picChg>
        <pc:picChg chg="add del mod">
          <ac:chgData name="Jan Schaffranek" userId="185de13651d64d23" providerId="LiveId" clId="{8F5C0F12-0A69-48C7-B98B-A137CF72973F}" dt="2022-07-28T06:11:38.998" v="1751" actId="478"/>
          <ac:picMkLst>
            <pc:docMk/>
            <pc:sldMk cId="2163509060" sldId="298"/>
            <ac:picMk id="8" creationId="{14B5EDE7-03E2-1BB9-3C64-CABAD4ADDCE8}"/>
          </ac:picMkLst>
        </pc:picChg>
        <pc:picChg chg="add mod">
          <ac:chgData name="Jan Schaffranek" userId="185de13651d64d23" providerId="LiveId" clId="{8F5C0F12-0A69-48C7-B98B-A137CF72973F}" dt="2022-07-28T06:11:43.074" v="1755" actId="1076"/>
          <ac:picMkLst>
            <pc:docMk/>
            <pc:sldMk cId="2163509060" sldId="298"/>
            <ac:picMk id="10" creationId="{F66DED05-9445-578E-8BC0-1097A36972DC}"/>
          </ac:picMkLst>
        </pc:picChg>
      </pc:sldChg>
      <pc:sldChg chg="addSp delSp modSp add mod">
        <pc:chgData name="Jan Schaffranek" userId="185de13651d64d23" providerId="LiveId" clId="{8F5C0F12-0A69-48C7-B98B-A137CF72973F}" dt="2022-07-28T05:46:32.955" v="1347" actId="1076"/>
        <pc:sldMkLst>
          <pc:docMk/>
          <pc:sldMk cId="1834102472" sldId="299"/>
        </pc:sldMkLst>
        <pc:spChg chg="mod">
          <ac:chgData name="Jan Schaffranek" userId="185de13651d64d23" providerId="LiveId" clId="{8F5C0F12-0A69-48C7-B98B-A137CF72973F}" dt="2022-07-28T05:46:05.026" v="1341" actId="20577"/>
          <ac:spMkLst>
            <pc:docMk/>
            <pc:sldMk cId="1834102472" sldId="299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46:11.850" v="1342" actId="478"/>
          <ac:picMkLst>
            <pc:docMk/>
            <pc:sldMk cId="1834102472" sldId="299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46:32.955" v="1347" actId="1076"/>
          <ac:picMkLst>
            <pc:docMk/>
            <pc:sldMk cId="1834102472" sldId="299"/>
            <ac:picMk id="6" creationId="{03E20F1D-31F9-50FA-4D48-AB2C08C07084}"/>
          </ac:picMkLst>
        </pc:picChg>
      </pc:sldChg>
      <pc:sldChg chg="addSp delSp modSp add mod">
        <pc:chgData name="Jan Schaffranek" userId="185de13651d64d23" providerId="LiveId" clId="{8F5C0F12-0A69-48C7-B98B-A137CF72973F}" dt="2022-07-28T05:52:20.224" v="1410" actId="20577"/>
        <pc:sldMkLst>
          <pc:docMk/>
          <pc:sldMk cId="1946504443" sldId="300"/>
        </pc:sldMkLst>
        <pc:spChg chg="mod">
          <ac:chgData name="Jan Schaffranek" userId="185de13651d64d23" providerId="LiveId" clId="{8F5C0F12-0A69-48C7-B98B-A137CF72973F}" dt="2022-07-28T05:52:20.224" v="1410" actId="20577"/>
          <ac:spMkLst>
            <pc:docMk/>
            <pc:sldMk cId="1946504443" sldId="300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5:51:31.517" v="1395" actId="478"/>
          <ac:picMkLst>
            <pc:docMk/>
            <pc:sldMk cId="1946504443" sldId="300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5:51:35.603" v="1398" actId="1076"/>
          <ac:picMkLst>
            <pc:docMk/>
            <pc:sldMk cId="1946504443" sldId="300"/>
            <ac:picMk id="6" creationId="{F35928F5-A7F4-981A-A92F-16F2533928E3}"/>
          </ac:picMkLst>
        </pc:picChg>
      </pc:sldChg>
      <pc:sldChg chg="addSp delSp modSp add mod">
        <pc:chgData name="Jan Schaffranek" userId="185de13651d64d23" providerId="LiveId" clId="{8F5C0F12-0A69-48C7-B98B-A137CF72973F}" dt="2022-07-28T06:00:06.403" v="1589" actId="1076"/>
        <pc:sldMkLst>
          <pc:docMk/>
          <pc:sldMk cId="2933930624" sldId="301"/>
        </pc:sldMkLst>
        <pc:spChg chg="mod">
          <ac:chgData name="Jan Schaffranek" userId="185de13651d64d23" providerId="LiveId" clId="{8F5C0F12-0A69-48C7-B98B-A137CF72973F}" dt="2022-07-28T05:59:50.572" v="1584" actId="20577"/>
          <ac:spMkLst>
            <pc:docMk/>
            <pc:sldMk cId="2933930624" sldId="301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6:00:02.807" v="1585" actId="478"/>
          <ac:picMkLst>
            <pc:docMk/>
            <pc:sldMk cId="2933930624" sldId="301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6:00:06.403" v="1589" actId="1076"/>
          <ac:picMkLst>
            <pc:docMk/>
            <pc:sldMk cId="2933930624" sldId="301"/>
            <ac:picMk id="6" creationId="{6C6FA246-8814-F277-0FEC-6646582635D0}"/>
          </ac:picMkLst>
        </pc:picChg>
      </pc:sldChg>
      <pc:sldChg chg="addSp delSp modSp add mod">
        <pc:chgData name="Jan Schaffranek" userId="185de13651d64d23" providerId="LiveId" clId="{8F5C0F12-0A69-48C7-B98B-A137CF72973F}" dt="2022-07-28T06:02:31.889" v="1624" actId="1076"/>
        <pc:sldMkLst>
          <pc:docMk/>
          <pc:sldMk cId="343984931" sldId="302"/>
        </pc:sldMkLst>
        <pc:spChg chg="mod">
          <ac:chgData name="Jan Schaffranek" userId="185de13651d64d23" providerId="LiveId" clId="{8F5C0F12-0A69-48C7-B98B-A137CF72973F}" dt="2022-07-28T06:02:12.483" v="1620" actId="20577"/>
          <ac:spMkLst>
            <pc:docMk/>
            <pc:sldMk cId="343984931" sldId="302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6:02:28.304" v="1621" actId="478"/>
          <ac:picMkLst>
            <pc:docMk/>
            <pc:sldMk cId="343984931" sldId="302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6:02:31.889" v="1624" actId="1076"/>
          <ac:picMkLst>
            <pc:docMk/>
            <pc:sldMk cId="343984931" sldId="302"/>
            <ac:picMk id="6" creationId="{CE982EFB-4C6D-9BA1-01B9-CD1B78F5F239}"/>
          </ac:picMkLst>
        </pc:picChg>
      </pc:sldChg>
      <pc:sldChg chg="addSp delSp modSp add mod">
        <pc:chgData name="Jan Schaffranek" userId="185de13651d64d23" providerId="LiveId" clId="{8F5C0F12-0A69-48C7-B98B-A137CF72973F}" dt="2022-07-28T06:05:13.500" v="1658" actId="20577"/>
        <pc:sldMkLst>
          <pc:docMk/>
          <pc:sldMk cId="234923180" sldId="303"/>
        </pc:sldMkLst>
        <pc:spChg chg="mod">
          <ac:chgData name="Jan Schaffranek" userId="185de13651d64d23" providerId="LiveId" clId="{8F5C0F12-0A69-48C7-B98B-A137CF72973F}" dt="2022-07-28T06:05:13.500" v="1658" actId="20577"/>
          <ac:spMkLst>
            <pc:docMk/>
            <pc:sldMk cId="234923180" sldId="303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6:03:38.189" v="1637" actId="478"/>
          <ac:picMkLst>
            <pc:docMk/>
            <pc:sldMk cId="234923180" sldId="303"/>
            <ac:picMk id="4" creationId="{DA29CA65-07B5-527C-315A-7DE2D83AF7EA}"/>
          </ac:picMkLst>
        </pc:picChg>
        <pc:picChg chg="add mod">
          <ac:chgData name="Jan Schaffranek" userId="185de13651d64d23" providerId="LiveId" clId="{8F5C0F12-0A69-48C7-B98B-A137CF72973F}" dt="2022-07-28T06:03:42.338" v="1640" actId="1076"/>
          <ac:picMkLst>
            <pc:docMk/>
            <pc:sldMk cId="234923180" sldId="303"/>
            <ac:picMk id="6" creationId="{9BF0EDB5-40A4-C8A7-6DA1-4A91F90679BC}"/>
          </ac:picMkLst>
        </pc:picChg>
      </pc:sldChg>
      <pc:sldChg chg="addSp delSp modSp add mod">
        <pc:chgData name="Jan Schaffranek" userId="185de13651d64d23" providerId="LiveId" clId="{8F5C0F12-0A69-48C7-B98B-A137CF72973F}" dt="2022-07-28T06:07:05.257" v="1689" actId="1076"/>
        <pc:sldMkLst>
          <pc:docMk/>
          <pc:sldMk cId="395138866" sldId="304"/>
        </pc:sldMkLst>
        <pc:spChg chg="add del mod">
          <ac:chgData name="Jan Schaffranek" userId="185de13651d64d23" providerId="LiveId" clId="{8F5C0F12-0A69-48C7-B98B-A137CF72973F}" dt="2022-07-28T06:05:34.424" v="1686" actId="20577"/>
          <ac:spMkLst>
            <pc:docMk/>
            <pc:sldMk cId="395138866" sldId="304"/>
            <ac:spMk id="5" creationId="{93BC3B00-A7DF-87F4-990F-44B79C8418DB}"/>
          </ac:spMkLst>
        </pc:spChg>
        <pc:picChg chg="add mod">
          <ac:chgData name="Jan Schaffranek" userId="185de13651d64d23" providerId="LiveId" clId="{8F5C0F12-0A69-48C7-B98B-A137CF72973F}" dt="2022-07-28T06:07:05.257" v="1689" actId="1076"/>
          <ac:picMkLst>
            <pc:docMk/>
            <pc:sldMk cId="395138866" sldId="304"/>
            <ac:picMk id="4" creationId="{17091619-2755-128E-84CE-B5B900BEA7F7}"/>
          </ac:picMkLst>
        </pc:picChg>
        <pc:picChg chg="del">
          <ac:chgData name="Jan Schaffranek" userId="185de13651d64d23" providerId="LiveId" clId="{8F5C0F12-0A69-48C7-B98B-A137CF72973F}" dt="2022-07-28T06:05:23.151" v="1660" actId="478"/>
          <ac:picMkLst>
            <pc:docMk/>
            <pc:sldMk cId="395138866" sldId="304"/>
            <ac:picMk id="6" creationId="{9BF0EDB5-40A4-C8A7-6DA1-4A91F90679BC}"/>
          </ac:picMkLst>
        </pc:picChg>
      </pc:sldChg>
      <pc:sldChg chg="add del">
        <pc:chgData name="Jan Schaffranek" userId="185de13651d64d23" providerId="LiveId" clId="{8F5C0F12-0A69-48C7-B98B-A137CF72973F}" dt="2022-07-28T06:04:57.183" v="1641" actId="47"/>
        <pc:sldMkLst>
          <pc:docMk/>
          <pc:sldMk cId="679193838" sldId="304"/>
        </pc:sldMkLst>
      </pc:sldChg>
      <pc:sldChg chg="addSp delSp modSp add mod">
        <pc:chgData name="Jan Schaffranek" userId="185de13651d64d23" providerId="LiveId" clId="{8F5C0F12-0A69-48C7-B98B-A137CF72973F}" dt="2022-07-28T06:07:47.731" v="1704" actId="14100"/>
        <pc:sldMkLst>
          <pc:docMk/>
          <pc:sldMk cId="1968235352" sldId="305"/>
        </pc:sldMkLst>
        <pc:spChg chg="mod">
          <ac:chgData name="Jan Schaffranek" userId="185de13651d64d23" providerId="LiveId" clId="{8F5C0F12-0A69-48C7-B98B-A137CF72973F}" dt="2022-07-28T06:07:29.100" v="1699" actId="20577"/>
          <ac:spMkLst>
            <pc:docMk/>
            <pc:sldMk cId="1968235352" sldId="305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6:07:30.790" v="1700" actId="478"/>
          <ac:picMkLst>
            <pc:docMk/>
            <pc:sldMk cId="1968235352" sldId="305"/>
            <ac:picMk id="4" creationId="{17091619-2755-128E-84CE-B5B900BEA7F7}"/>
          </ac:picMkLst>
        </pc:picChg>
        <pc:picChg chg="add mod">
          <ac:chgData name="Jan Schaffranek" userId="185de13651d64d23" providerId="LiveId" clId="{8F5C0F12-0A69-48C7-B98B-A137CF72973F}" dt="2022-07-28T06:07:47.731" v="1704" actId="14100"/>
          <ac:picMkLst>
            <pc:docMk/>
            <pc:sldMk cId="1968235352" sldId="305"/>
            <ac:picMk id="6" creationId="{B9B059F8-62DE-3C7A-1321-ABC3571EC5BB}"/>
          </ac:picMkLst>
        </pc:picChg>
      </pc:sldChg>
      <pc:sldChg chg="addSp delSp modSp add mod">
        <pc:chgData name="Jan Schaffranek" userId="185de13651d64d23" providerId="LiveId" clId="{8F5C0F12-0A69-48C7-B98B-A137CF72973F}" dt="2022-07-28T06:08:29.945" v="1720" actId="1076"/>
        <pc:sldMkLst>
          <pc:docMk/>
          <pc:sldMk cId="828987392" sldId="306"/>
        </pc:sldMkLst>
        <pc:spChg chg="mod">
          <ac:chgData name="Jan Schaffranek" userId="185de13651d64d23" providerId="LiveId" clId="{8F5C0F12-0A69-48C7-B98B-A137CF72973F}" dt="2022-07-28T06:08:12.487" v="1714" actId="20577"/>
          <ac:spMkLst>
            <pc:docMk/>
            <pc:sldMk cId="828987392" sldId="306"/>
            <ac:spMk id="5" creationId="{93BC3B00-A7DF-87F4-990F-44B79C8418DB}"/>
          </ac:spMkLst>
        </pc:spChg>
        <pc:picChg chg="del">
          <ac:chgData name="Jan Schaffranek" userId="185de13651d64d23" providerId="LiveId" clId="{8F5C0F12-0A69-48C7-B98B-A137CF72973F}" dt="2022-07-28T06:08:13.800" v="1715" actId="478"/>
          <ac:picMkLst>
            <pc:docMk/>
            <pc:sldMk cId="828987392" sldId="306"/>
            <ac:picMk id="4" creationId="{17091619-2755-128E-84CE-B5B900BEA7F7}"/>
          </ac:picMkLst>
        </pc:picChg>
        <pc:picChg chg="add mod">
          <ac:chgData name="Jan Schaffranek" userId="185de13651d64d23" providerId="LiveId" clId="{8F5C0F12-0A69-48C7-B98B-A137CF72973F}" dt="2022-07-28T06:08:29.945" v="1720" actId="1076"/>
          <ac:picMkLst>
            <pc:docMk/>
            <pc:sldMk cId="828987392" sldId="306"/>
            <ac:picMk id="6" creationId="{2162F81B-295D-A56F-55B2-A6688F2ACAF4}"/>
          </ac:picMkLst>
        </pc:picChg>
      </pc:sldChg>
      <pc:sldMasterChg chg="addSldLayout delSldLayout">
        <pc:chgData name="Jan Schaffranek" userId="185de13651d64d23" providerId="LiveId" clId="{8F5C0F12-0A69-48C7-B98B-A137CF72973F}" dt="2022-07-28T05:25:42.382" v="155" actId="47"/>
        <pc:sldMasterMkLst>
          <pc:docMk/>
          <pc:sldMasterMk cId="0" sldId="2147483661"/>
        </pc:sldMasterMkLst>
        <pc:sldLayoutChg chg="del">
          <pc:chgData name="Jan Schaffranek" userId="185de13651d64d23" providerId="LiveId" clId="{8F5C0F12-0A69-48C7-B98B-A137CF72973F}" dt="2022-07-28T05:23:35.070" v="0" actId="47"/>
          <pc:sldLayoutMkLst>
            <pc:docMk/>
            <pc:sldMasterMk cId="0" sldId="2147483661"/>
            <pc:sldLayoutMk cId="0" sldId="2147483648"/>
          </pc:sldLayoutMkLst>
        </pc:sldLayoutChg>
        <pc:sldLayoutChg chg="del">
          <pc:chgData name="Jan Schaffranek" userId="185de13651d64d23" providerId="LiveId" clId="{8F5C0F12-0A69-48C7-B98B-A137CF72973F}" dt="2022-07-28T05:24:13.830" v="42" actId="47"/>
          <pc:sldLayoutMkLst>
            <pc:docMk/>
            <pc:sldMasterMk cId="0" sldId="2147483661"/>
            <pc:sldLayoutMk cId="0" sldId="2147483653"/>
          </pc:sldLayoutMkLst>
        </pc:sldLayoutChg>
        <pc:sldLayoutChg chg="del">
          <pc:chgData name="Jan Schaffranek" userId="185de13651d64d23" providerId="LiveId" clId="{8F5C0F12-0A69-48C7-B98B-A137CF72973F}" dt="2022-07-28T05:25:42.382" v="155" actId="47"/>
          <pc:sldLayoutMkLst>
            <pc:docMk/>
            <pc:sldMasterMk cId="0" sldId="2147483661"/>
            <pc:sldLayoutMk cId="0" sldId="2147483657"/>
          </pc:sldLayoutMkLst>
        </pc:sldLayoutChg>
        <pc:sldLayoutChg chg="add del">
          <pc:chgData name="Jan Schaffranek" userId="185de13651d64d23" providerId="LiveId" clId="{8F5C0F12-0A69-48C7-B98B-A137CF72973F}" dt="2022-07-28T05:23:39.881" v="4" actId="47"/>
          <pc:sldLayoutMkLst>
            <pc:docMk/>
            <pc:sldMasterMk cId="0" sldId="2147483661"/>
            <pc:sldLayoutMk cId="2291110937" sldId="2147483662"/>
          </pc:sldLayoutMkLst>
        </pc:sldLayoutChg>
      </pc:sldMasterChg>
    </pc:docChg>
  </pc:docChgLst>
  <pc:docChgLst>
    <pc:chgData name="Jan Schaffranek" userId="185de13651d64d23" providerId="LiveId" clId="{6C59D503-4953-402C-B6E9-EF7AF153E081}"/>
    <pc:docChg chg="custSel addSld delSld modSld sldOrd">
      <pc:chgData name="Jan Schaffranek" userId="185de13651d64d23" providerId="LiveId" clId="{6C59D503-4953-402C-B6E9-EF7AF153E081}" dt="2022-07-29T16:35:47.727" v="332" actId="478"/>
      <pc:docMkLst>
        <pc:docMk/>
      </pc:docMkLst>
      <pc:sldChg chg="modSp mod">
        <pc:chgData name="Jan Schaffranek" userId="185de13651d64d23" providerId="LiveId" clId="{6C59D503-4953-402C-B6E9-EF7AF153E081}" dt="2022-07-29T16:15:21.297" v="25" actId="1076"/>
        <pc:sldMkLst>
          <pc:docMk/>
          <pc:sldMk cId="0" sldId="264"/>
        </pc:sldMkLst>
        <pc:spChg chg="mod">
          <ac:chgData name="Jan Schaffranek" userId="185de13651d64d23" providerId="LiveId" clId="{6C59D503-4953-402C-B6E9-EF7AF153E081}" dt="2022-07-29T16:15:21.297" v="25" actId="1076"/>
          <ac:spMkLst>
            <pc:docMk/>
            <pc:sldMk cId="0" sldId="264"/>
            <ac:spMk id="161" creationId="{00000000-0000-0000-0000-000000000000}"/>
          </ac:spMkLst>
        </pc:spChg>
      </pc:sldChg>
      <pc:sldChg chg="del">
        <pc:chgData name="Jan Schaffranek" userId="185de13651d64d23" providerId="LiveId" clId="{6C59D503-4953-402C-B6E9-EF7AF153E081}" dt="2022-07-29T16:15:27.463" v="30" actId="47"/>
        <pc:sldMkLst>
          <pc:docMk/>
          <pc:sldMk cId="938051016" sldId="285"/>
        </pc:sldMkLst>
      </pc:sldChg>
      <pc:sldChg chg="del">
        <pc:chgData name="Jan Schaffranek" userId="185de13651d64d23" providerId="LiveId" clId="{6C59D503-4953-402C-B6E9-EF7AF153E081}" dt="2022-07-29T16:15:28.613" v="33" actId="47"/>
        <pc:sldMkLst>
          <pc:docMk/>
          <pc:sldMk cId="1668520884" sldId="286"/>
        </pc:sldMkLst>
      </pc:sldChg>
      <pc:sldChg chg="del">
        <pc:chgData name="Jan Schaffranek" userId="185de13651d64d23" providerId="LiveId" clId="{6C59D503-4953-402C-B6E9-EF7AF153E081}" dt="2022-07-29T16:15:29.231" v="35" actId="47"/>
        <pc:sldMkLst>
          <pc:docMk/>
          <pc:sldMk cId="3926205359" sldId="287"/>
        </pc:sldMkLst>
      </pc:sldChg>
      <pc:sldChg chg="del">
        <pc:chgData name="Jan Schaffranek" userId="185de13651d64d23" providerId="LiveId" clId="{6C59D503-4953-402C-B6E9-EF7AF153E081}" dt="2022-07-29T16:15:29.866" v="37" actId="47"/>
        <pc:sldMkLst>
          <pc:docMk/>
          <pc:sldMk cId="2014518586" sldId="288"/>
        </pc:sldMkLst>
      </pc:sldChg>
      <pc:sldChg chg="del">
        <pc:chgData name="Jan Schaffranek" userId="185de13651d64d23" providerId="LiveId" clId="{6C59D503-4953-402C-B6E9-EF7AF153E081}" dt="2022-07-29T16:15:30.197" v="38" actId="47"/>
        <pc:sldMkLst>
          <pc:docMk/>
          <pc:sldMk cId="1520223503" sldId="289"/>
        </pc:sldMkLst>
      </pc:sldChg>
      <pc:sldChg chg="del">
        <pc:chgData name="Jan Schaffranek" userId="185de13651d64d23" providerId="LiveId" clId="{6C59D503-4953-402C-B6E9-EF7AF153E081}" dt="2022-07-29T16:15:26.174" v="27" actId="47"/>
        <pc:sldMkLst>
          <pc:docMk/>
          <pc:sldMk cId="1434879263" sldId="290"/>
        </pc:sldMkLst>
      </pc:sldChg>
      <pc:sldChg chg="del">
        <pc:chgData name="Jan Schaffranek" userId="185de13651d64d23" providerId="LiveId" clId="{6C59D503-4953-402C-B6E9-EF7AF153E081}" dt="2022-07-29T16:15:26.675" v="28" actId="47"/>
        <pc:sldMkLst>
          <pc:docMk/>
          <pc:sldMk cId="943007070" sldId="291"/>
        </pc:sldMkLst>
      </pc:sldChg>
      <pc:sldChg chg="del">
        <pc:chgData name="Jan Schaffranek" userId="185de13651d64d23" providerId="LiveId" clId="{6C59D503-4953-402C-B6E9-EF7AF153E081}" dt="2022-07-29T16:15:25.149" v="26" actId="47"/>
        <pc:sldMkLst>
          <pc:docMk/>
          <pc:sldMk cId="3722708052" sldId="292"/>
        </pc:sldMkLst>
      </pc:sldChg>
      <pc:sldChg chg="del">
        <pc:chgData name="Jan Schaffranek" userId="185de13651d64d23" providerId="LiveId" clId="{6C59D503-4953-402C-B6E9-EF7AF153E081}" dt="2022-07-29T16:15:28.260" v="32" actId="47"/>
        <pc:sldMkLst>
          <pc:docMk/>
          <pc:sldMk cId="119731001" sldId="293"/>
        </pc:sldMkLst>
      </pc:sldChg>
      <pc:sldChg chg="del">
        <pc:chgData name="Jan Schaffranek" userId="185de13651d64d23" providerId="LiveId" clId="{6C59D503-4953-402C-B6E9-EF7AF153E081}" dt="2022-07-29T16:15:30.486" v="39" actId="47"/>
        <pc:sldMkLst>
          <pc:docMk/>
          <pc:sldMk cId="1951990170" sldId="294"/>
        </pc:sldMkLst>
      </pc:sldChg>
      <pc:sldChg chg="del">
        <pc:chgData name="Jan Schaffranek" userId="185de13651d64d23" providerId="LiveId" clId="{6C59D503-4953-402C-B6E9-EF7AF153E081}" dt="2022-07-29T16:15:30.792" v="40" actId="47"/>
        <pc:sldMkLst>
          <pc:docMk/>
          <pc:sldMk cId="432260093" sldId="295"/>
        </pc:sldMkLst>
      </pc:sldChg>
      <pc:sldChg chg="del">
        <pc:chgData name="Jan Schaffranek" userId="185de13651d64d23" providerId="LiveId" clId="{6C59D503-4953-402C-B6E9-EF7AF153E081}" dt="2022-07-29T16:15:27.863" v="31" actId="47"/>
        <pc:sldMkLst>
          <pc:docMk/>
          <pc:sldMk cId="3004162879" sldId="296"/>
        </pc:sldMkLst>
      </pc:sldChg>
      <pc:sldChg chg="del">
        <pc:chgData name="Jan Schaffranek" userId="185de13651d64d23" providerId="LiveId" clId="{6C59D503-4953-402C-B6E9-EF7AF153E081}" dt="2022-07-29T16:15:28.924" v="34" actId="47"/>
        <pc:sldMkLst>
          <pc:docMk/>
          <pc:sldMk cId="3251677670" sldId="297"/>
        </pc:sldMkLst>
      </pc:sldChg>
      <pc:sldChg chg="del">
        <pc:chgData name="Jan Schaffranek" userId="185de13651d64d23" providerId="LiveId" clId="{6C59D503-4953-402C-B6E9-EF7AF153E081}" dt="2022-07-29T16:15:29.573" v="36" actId="47"/>
        <pc:sldMkLst>
          <pc:docMk/>
          <pc:sldMk cId="2163509060" sldId="298"/>
        </pc:sldMkLst>
      </pc:sldChg>
      <pc:sldChg chg="addSp delSp modSp mod ord">
        <pc:chgData name="Jan Schaffranek" userId="185de13651d64d23" providerId="LiveId" clId="{6C59D503-4953-402C-B6E9-EF7AF153E081}" dt="2022-07-29T16:21:18.504" v="151" actId="20577"/>
        <pc:sldMkLst>
          <pc:docMk/>
          <pc:sldMk cId="1834102472" sldId="299"/>
        </pc:sldMkLst>
        <pc:spChg chg="mod">
          <ac:chgData name="Jan Schaffranek" userId="185de13651d64d23" providerId="LiveId" clId="{6C59D503-4953-402C-B6E9-EF7AF153E081}" dt="2022-07-29T16:21:18.504" v="151" actId="20577"/>
          <ac:spMkLst>
            <pc:docMk/>
            <pc:sldMk cId="1834102472" sldId="299"/>
            <ac:spMk id="5" creationId="{93BC3B00-A7DF-87F4-990F-44B79C8418DB}"/>
          </ac:spMkLst>
        </pc:spChg>
        <pc:spChg chg="add del">
          <ac:chgData name="Jan Schaffranek" userId="185de13651d64d23" providerId="LiveId" clId="{6C59D503-4953-402C-B6E9-EF7AF153E081}" dt="2022-07-29T16:20:08.806" v="111" actId="478"/>
          <ac:spMkLst>
            <pc:docMk/>
            <pc:sldMk cId="1834102472" sldId="299"/>
            <ac:spMk id="7" creationId="{95D4BE50-175B-32A1-CC4C-C46D2E6726A4}"/>
          </ac:spMkLst>
        </pc:spChg>
        <pc:spChg chg="add del">
          <ac:chgData name="Jan Schaffranek" userId="185de13651d64d23" providerId="LiveId" clId="{6C59D503-4953-402C-B6E9-EF7AF153E081}" dt="2022-07-29T16:20:14.077" v="113" actId="478"/>
          <ac:spMkLst>
            <pc:docMk/>
            <pc:sldMk cId="1834102472" sldId="299"/>
            <ac:spMk id="8" creationId="{14198108-3363-47F2-E880-9B0066C5ABE9}"/>
          </ac:spMkLst>
        </pc:spChg>
        <pc:picChg chg="del">
          <ac:chgData name="Jan Schaffranek" userId="185de13651d64d23" providerId="LiveId" clId="{6C59D503-4953-402C-B6E9-EF7AF153E081}" dt="2022-07-29T16:15:34.209" v="47" actId="478"/>
          <ac:picMkLst>
            <pc:docMk/>
            <pc:sldMk cId="1834102472" sldId="299"/>
            <ac:picMk id="6" creationId="{03E20F1D-31F9-50FA-4D48-AB2C08C07084}"/>
          </ac:picMkLst>
        </pc:picChg>
        <pc:picChg chg="add mod">
          <ac:chgData name="Jan Schaffranek" userId="185de13651d64d23" providerId="LiveId" clId="{6C59D503-4953-402C-B6E9-EF7AF153E081}" dt="2022-07-29T16:20:33.396" v="116" actId="1076"/>
          <ac:picMkLst>
            <pc:docMk/>
            <pc:sldMk cId="1834102472" sldId="299"/>
            <ac:picMk id="10" creationId="{61EA7D41-5C7E-0433-63B4-ECE3F351360A}"/>
          </ac:picMkLst>
        </pc:picChg>
      </pc:sldChg>
      <pc:sldChg chg="addSp modSp add mod">
        <pc:chgData name="Jan Schaffranek" userId="185de13651d64d23" providerId="LiveId" clId="{6C59D503-4953-402C-B6E9-EF7AF153E081}" dt="2022-07-29T16:21:10.760" v="141" actId="20577"/>
        <pc:sldMkLst>
          <pc:docMk/>
          <pc:sldMk cId="1886173331" sldId="300"/>
        </pc:sldMkLst>
        <pc:spChg chg="mod">
          <ac:chgData name="Jan Schaffranek" userId="185de13651d64d23" providerId="LiveId" clId="{6C59D503-4953-402C-B6E9-EF7AF153E081}" dt="2022-07-29T16:21:10.760" v="141" actId="20577"/>
          <ac:spMkLst>
            <pc:docMk/>
            <pc:sldMk cId="1886173331" sldId="300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21:04.849" v="121" actId="1076"/>
          <ac:picMkLst>
            <pc:docMk/>
            <pc:sldMk cId="1886173331" sldId="300"/>
            <ac:picMk id="4" creationId="{40B3A0A7-858B-B8D7-4FF6-311F655F7BFB}"/>
          </ac:picMkLst>
        </pc:picChg>
      </pc:sldChg>
      <pc:sldChg chg="del">
        <pc:chgData name="Jan Schaffranek" userId="185de13651d64d23" providerId="LiveId" clId="{6C59D503-4953-402C-B6E9-EF7AF153E081}" dt="2022-07-29T16:15:27.008" v="29" actId="47"/>
        <pc:sldMkLst>
          <pc:docMk/>
          <pc:sldMk cId="1946504443" sldId="300"/>
        </pc:sldMkLst>
      </pc:sldChg>
      <pc:sldChg chg="del">
        <pc:chgData name="Jan Schaffranek" userId="185de13651d64d23" providerId="LiveId" clId="{6C59D503-4953-402C-B6E9-EF7AF153E081}" dt="2022-07-29T16:15:31.083" v="41" actId="47"/>
        <pc:sldMkLst>
          <pc:docMk/>
          <pc:sldMk cId="2933930624" sldId="301"/>
        </pc:sldMkLst>
      </pc:sldChg>
      <pc:sldChg chg="addSp modSp add mod">
        <pc:chgData name="Jan Schaffranek" userId="185de13651d64d23" providerId="LiveId" clId="{6C59D503-4953-402C-B6E9-EF7AF153E081}" dt="2022-07-29T16:22:05.004" v="175" actId="14100"/>
        <pc:sldMkLst>
          <pc:docMk/>
          <pc:sldMk cId="3668062807" sldId="301"/>
        </pc:sldMkLst>
        <pc:spChg chg="mod">
          <ac:chgData name="Jan Schaffranek" userId="185de13651d64d23" providerId="LiveId" clId="{6C59D503-4953-402C-B6E9-EF7AF153E081}" dt="2022-07-29T16:22:05.004" v="175" actId="14100"/>
          <ac:spMkLst>
            <pc:docMk/>
            <pc:sldMk cId="3668062807" sldId="301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21:52.117" v="154" actId="1076"/>
          <ac:picMkLst>
            <pc:docMk/>
            <pc:sldMk cId="3668062807" sldId="301"/>
            <ac:picMk id="4" creationId="{98EB0048-EE6C-DA13-CA86-A49A69994431}"/>
          </ac:picMkLst>
        </pc:picChg>
      </pc:sldChg>
      <pc:sldChg chg="del">
        <pc:chgData name="Jan Schaffranek" userId="185de13651d64d23" providerId="LiveId" clId="{6C59D503-4953-402C-B6E9-EF7AF153E081}" dt="2022-07-29T16:15:31.386" v="42" actId="47"/>
        <pc:sldMkLst>
          <pc:docMk/>
          <pc:sldMk cId="343984931" sldId="302"/>
        </pc:sldMkLst>
      </pc:sldChg>
      <pc:sldChg chg="addSp modSp add mod">
        <pc:chgData name="Jan Schaffranek" userId="185de13651d64d23" providerId="LiveId" clId="{6C59D503-4953-402C-B6E9-EF7AF153E081}" dt="2022-07-29T16:23:37.539" v="209" actId="14100"/>
        <pc:sldMkLst>
          <pc:docMk/>
          <pc:sldMk cId="4055361096" sldId="302"/>
        </pc:sldMkLst>
        <pc:spChg chg="mod">
          <ac:chgData name="Jan Schaffranek" userId="185de13651d64d23" providerId="LiveId" clId="{6C59D503-4953-402C-B6E9-EF7AF153E081}" dt="2022-07-29T16:23:37.539" v="209" actId="14100"/>
          <ac:spMkLst>
            <pc:docMk/>
            <pc:sldMk cId="4055361096" sldId="302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23:26.417" v="178" actId="1076"/>
          <ac:picMkLst>
            <pc:docMk/>
            <pc:sldMk cId="4055361096" sldId="302"/>
            <ac:picMk id="4" creationId="{9A1EAA3C-3B02-E78F-8ED6-8454012D6733}"/>
          </ac:picMkLst>
        </pc:picChg>
      </pc:sldChg>
      <pc:sldChg chg="del">
        <pc:chgData name="Jan Schaffranek" userId="185de13651d64d23" providerId="LiveId" clId="{6C59D503-4953-402C-B6E9-EF7AF153E081}" dt="2022-07-29T16:15:31.733" v="43" actId="47"/>
        <pc:sldMkLst>
          <pc:docMk/>
          <pc:sldMk cId="234923180" sldId="303"/>
        </pc:sldMkLst>
      </pc:sldChg>
      <pc:sldChg chg="addSp modSp add mod">
        <pc:chgData name="Jan Schaffranek" userId="185de13651d64d23" providerId="LiveId" clId="{6C59D503-4953-402C-B6E9-EF7AF153E081}" dt="2022-07-29T16:24:50.219" v="231" actId="20577"/>
        <pc:sldMkLst>
          <pc:docMk/>
          <pc:sldMk cId="3911112361" sldId="303"/>
        </pc:sldMkLst>
        <pc:spChg chg="mod">
          <ac:chgData name="Jan Schaffranek" userId="185de13651d64d23" providerId="LiveId" clId="{6C59D503-4953-402C-B6E9-EF7AF153E081}" dt="2022-07-29T16:24:50.219" v="231" actId="20577"/>
          <ac:spMkLst>
            <pc:docMk/>
            <pc:sldMk cId="3911112361" sldId="303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24:36.480" v="212" actId="1076"/>
          <ac:picMkLst>
            <pc:docMk/>
            <pc:sldMk cId="3911112361" sldId="303"/>
            <ac:picMk id="4" creationId="{DE17E448-A680-954C-97CA-984ADFA2F51A}"/>
          </ac:picMkLst>
        </pc:picChg>
      </pc:sldChg>
      <pc:sldChg chg="addSp delSp modSp add mod">
        <pc:chgData name="Jan Schaffranek" userId="185de13651d64d23" providerId="LiveId" clId="{6C59D503-4953-402C-B6E9-EF7AF153E081}" dt="2022-07-29T16:25:30.200" v="244" actId="14100"/>
        <pc:sldMkLst>
          <pc:docMk/>
          <pc:sldMk cId="121091083" sldId="304"/>
        </pc:sldMkLst>
        <pc:spChg chg="del">
          <ac:chgData name="Jan Schaffranek" userId="185de13651d64d23" providerId="LiveId" clId="{6C59D503-4953-402C-B6E9-EF7AF153E081}" dt="2022-07-29T16:25:06.981" v="235" actId="478"/>
          <ac:spMkLst>
            <pc:docMk/>
            <pc:sldMk cId="121091083" sldId="304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25:30.200" v="244" actId="14100"/>
          <ac:picMkLst>
            <pc:docMk/>
            <pc:sldMk cId="121091083" sldId="304"/>
            <ac:picMk id="4" creationId="{D30B20A6-9C9E-2B4F-6819-6E6E15A1BE71}"/>
          </ac:picMkLst>
        </pc:picChg>
      </pc:sldChg>
      <pc:sldChg chg="del">
        <pc:chgData name="Jan Schaffranek" userId="185de13651d64d23" providerId="LiveId" clId="{6C59D503-4953-402C-B6E9-EF7AF153E081}" dt="2022-07-29T16:15:32.023" v="44" actId="47"/>
        <pc:sldMkLst>
          <pc:docMk/>
          <pc:sldMk cId="395138866" sldId="304"/>
        </pc:sldMkLst>
      </pc:sldChg>
      <pc:sldChg chg="addSp delSp modSp add mod">
        <pc:chgData name="Jan Schaffranek" userId="185de13651d64d23" providerId="LiveId" clId="{6C59D503-4953-402C-B6E9-EF7AF153E081}" dt="2022-07-29T16:25:22.947" v="241" actId="1076"/>
        <pc:sldMkLst>
          <pc:docMk/>
          <pc:sldMk cId="1666852128" sldId="305"/>
        </pc:sldMkLst>
        <pc:spChg chg="del">
          <ac:chgData name="Jan Schaffranek" userId="185de13651d64d23" providerId="LiveId" clId="{6C59D503-4953-402C-B6E9-EF7AF153E081}" dt="2022-07-29T16:25:10.183" v="236" actId="478"/>
          <ac:spMkLst>
            <pc:docMk/>
            <pc:sldMk cId="1666852128" sldId="305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25:22.947" v="241" actId="1076"/>
          <ac:picMkLst>
            <pc:docMk/>
            <pc:sldMk cId="1666852128" sldId="305"/>
            <ac:picMk id="4" creationId="{156D5F87-E0E7-EA17-12BA-75C72E3246C1}"/>
          </ac:picMkLst>
        </pc:picChg>
      </pc:sldChg>
      <pc:sldChg chg="del">
        <pc:chgData name="Jan Schaffranek" userId="185de13651d64d23" providerId="LiveId" clId="{6C59D503-4953-402C-B6E9-EF7AF153E081}" dt="2022-07-29T16:15:33.139" v="46" actId="47"/>
        <pc:sldMkLst>
          <pc:docMk/>
          <pc:sldMk cId="1968235352" sldId="305"/>
        </pc:sldMkLst>
      </pc:sldChg>
      <pc:sldChg chg="del">
        <pc:chgData name="Jan Schaffranek" userId="185de13651d64d23" providerId="LiveId" clId="{6C59D503-4953-402C-B6E9-EF7AF153E081}" dt="2022-07-29T16:15:32.661" v="45" actId="47"/>
        <pc:sldMkLst>
          <pc:docMk/>
          <pc:sldMk cId="828987392" sldId="306"/>
        </pc:sldMkLst>
      </pc:sldChg>
      <pc:sldChg chg="addSp delSp modSp add mod">
        <pc:chgData name="Jan Schaffranek" userId="185de13651d64d23" providerId="LiveId" clId="{6C59D503-4953-402C-B6E9-EF7AF153E081}" dt="2022-07-29T16:30:43.709" v="262" actId="478"/>
        <pc:sldMkLst>
          <pc:docMk/>
          <pc:sldMk cId="2566925310" sldId="306"/>
        </pc:sldMkLst>
        <pc:spChg chg="del">
          <ac:chgData name="Jan Schaffranek" userId="185de13651d64d23" providerId="LiveId" clId="{6C59D503-4953-402C-B6E9-EF7AF153E081}" dt="2022-07-29T16:30:43.709" v="262" actId="478"/>
          <ac:spMkLst>
            <pc:docMk/>
            <pc:sldMk cId="2566925310" sldId="306"/>
            <ac:spMk id="5" creationId="{93BC3B00-A7DF-87F4-990F-44B79C8418DB}"/>
          </ac:spMkLst>
        </pc:spChg>
        <pc:picChg chg="add del mod">
          <ac:chgData name="Jan Schaffranek" userId="185de13651d64d23" providerId="LiveId" clId="{6C59D503-4953-402C-B6E9-EF7AF153E081}" dt="2022-07-29T16:27:33.037" v="257" actId="478"/>
          <ac:picMkLst>
            <pc:docMk/>
            <pc:sldMk cId="2566925310" sldId="306"/>
            <ac:picMk id="4" creationId="{F6261EE5-3A1C-3C78-EABB-28EBB50266CE}"/>
          </ac:picMkLst>
        </pc:picChg>
        <pc:picChg chg="add mod">
          <ac:chgData name="Jan Schaffranek" userId="185de13651d64d23" providerId="LiveId" clId="{6C59D503-4953-402C-B6E9-EF7AF153E081}" dt="2022-07-29T16:27:37.470" v="260" actId="1076"/>
          <ac:picMkLst>
            <pc:docMk/>
            <pc:sldMk cId="2566925310" sldId="306"/>
            <ac:picMk id="7" creationId="{A7E0C40C-0A56-A511-650B-9B59DC51ACB9}"/>
          </ac:picMkLst>
        </pc:picChg>
      </pc:sldChg>
      <pc:sldChg chg="addSp modSp add mod ord">
        <pc:chgData name="Jan Schaffranek" userId="185de13651d64d23" providerId="LiveId" clId="{6C59D503-4953-402C-B6E9-EF7AF153E081}" dt="2022-07-29T16:16:42.770" v="109"/>
        <pc:sldMkLst>
          <pc:docMk/>
          <pc:sldMk cId="3176050008" sldId="307"/>
        </pc:sldMkLst>
        <pc:spChg chg="mod">
          <ac:chgData name="Jan Schaffranek" userId="185de13651d64d23" providerId="LiveId" clId="{6C59D503-4953-402C-B6E9-EF7AF153E081}" dt="2022-07-29T16:16:35.367" v="106" actId="14100"/>
          <ac:spMkLst>
            <pc:docMk/>
            <pc:sldMk cId="3176050008" sldId="307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16:37.844" v="107" actId="1076"/>
          <ac:picMkLst>
            <pc:docMk/>
            <pc:sldMk cId="3176050008" sldId="307"/>
            <ac:picMk id="4" creationId="{7F65C557-9F56-C5C6-993B-325FE80C0333}"/>
          </ac:picMkLst>
        </pc:picChg>
      </pc:sldChg>
      <pc:sldChg chg="addSp modSp add mod">
        <pc:chgData name="Jan Schaffranek" userId="185de13651d64d23" providerId="LiveId" clId="{6C59D503-4953-402C-B6E9-EF7AF153E081}" dt="2022-07-29T16:25:44.681" v="247" actId="1076"/>
        <pc:sldMkLst>
          <pc:docMk/>
          <pc:sldMk cId="4101126286" sldId="308"/>
        </pc:sldMkLst>
        <pc:picChg chg="add mod">
          <ac:chgData name="Jan Schaffranek" userId="185de13651d64d23" providerId="LiveId" clId="{6C59D503-4953-402C-B6E9-EF7AF153E081}" dt="2022-07-29T16:25:44.681" v="247" actId="1076"/>
          <ac:picMkLst>
            <pc:docMk/>
            <pc:sldMk cId="4101126286" sldId="308"/>
            <ac:picMk id="4" creationId="{663870C7-D2F0-ABE7-7C04-5D8E0BDDCCBC}"/>
          </ac:picMkLst>
        </pc:picChg>
      </pc:sldChg>
      <pc:sldChg chg="addSp modSp add mod">
        <pc:chgData name="Jan Schaffranek" userId="185de13651d64d23" providerId="LiveId" clId="{6C59D503-4953-402C-B6E9-EF7AF153E081}" dt="2022-07-29T16:26:03.528" v="253" actId="1076"/>
        <pc:sldMkLst>
          <pc:docMk/>
          <pc:sldMk cId="2987973247" sldId="309"/>
        </pc:sldMkLst>
        <pc:picChg chg="add mod">
          <ac:chgData name="Jan Schaffranek" userId="185de13651d64d23" providerId="LiveId" clId="{6C59D503-4953-402C-B6E9-EF7AF153E081}" dt="2022-07-29T16:26:03.528" v="253" actId="1076"/>
          <ac:picMkLst>
            <pc:docMk/>
            <pc:sldMk cId="2987973247" sldId="309"/>
            <ac:picMk id="4" creationId="{9A04302C-B34F-DF8C-C481-1012887AC970}"/>
          </ac:picMkLst>
        </pc:picChg>
      </pc:sldChg>
      <pc:sldChg chg="addSp delSp modSp add mod">
        <pc:chgData name="Jan Schaffranek" userId="185de13651d64d23" providerId="LiveId" clId="{6C59D503-4953-402C-B6E9-EF7AF153E081}" dt="2022-07-29T16:34:11.404" v="294" actId="478"/>
        <pc:sldMkLst>
          <pc:docMk/>
          <pc:sldMk cId="1805718783" sldId="310"/>
        </pc:sldMkLst>
        <pc:spChg chg="mod">
          <ac:chgData name="Jan Schaffranek" userId="185de13651d64d23" providerId="LiveId" clId="{6C59D503-4953-402C-B6E9-EF7AF153E081}" dt="2022-07-29T16:31:26.153" v="288" actId="14100"/>
          <ac:spMkLst>
            <pc:docMk/>
            <pc:sldMk cId="1805718783" sldId="310"/>
            <ac:spMk id="5" creationId="{93BC3B00-A7DF-87F4-990F-44B79C8418DB}"/>
          </ac:spMkLst>
        </pc:spChg>
        <pc:picChg chg="add mod">
          <ac:chgData name="Jan Schaffranek" userId="185de13651d64d23" providerId="LiveId" clId="{6C59D503-4953-402C-B6E9-EF7AF153E081}" dt="2022-07-29T16:31:18.373" v="266" actId="1076"/>
          <ac:picMkLst>
            <pc:docMk/>
            <pc:sldMk cId="1805718783" sldId="310"/>
            <ac:picMk id="4" creationId="{A7484924-38C7-C449-A185-13FFF120BDFB}"/>
          </ac:picMkLst>
        </pc:picChg>
        <pc:picChg chg="del">
          <ac:chgData name="Jan Schaffranek" userId="185de13651d64d23" providerId="LiveId" clId="{6C59D503-4953-402C-B6E9-EF7AF153E081}" dt="2022-07-29T16:30:45.099" v="263" actId="478"/>
          <ac:picMkLst>
            <pc:docMk/>
            <pc:sldMk cId="1805718783" sldId="310"/>
            <ac:picMk id="7" creationId="{A7E0C40C-0A56-A511-650B-9B59DC51ACB9}"/>
          </ac:picMkLst>
        </pc:picChg>
        <pc:picChg chg="add del">
          <ac:chgData name="Jan Schaffranek" userId="185de13651d64d23" providerId="LiveId" clId="{6C59D503-4953-402C-B6E9-EF7AF153E081}" dt="2022-07-29T16:34:11.404" v="294" actId="478"/>
          <ac:picMkLst>
            <pc:docMk/>
            <pc:sldMk cId="1805718783" sldId="310"/>
            <ac:picMk id="8" creationId="{5906AF6D-0FA9-8410-437D-552A1984ABF5}"/>
          </ac:picMkLst>
        </pc:picChg>
      </pc:sldChg>
      <pc:sldChg chg="addSp delSp modSp add mod">
        <pc:chgData name="Jan Schaffranek" userId="185de13651d64d23" providerId="LiveId" clId="{6C59D503-4953-402C-B6E9-EF7AF153E081}" dt="2022-07-29T16:35:42.907" v="331" actId="20577"/>
        <pc:sldMkLst>
          <pc:docMk/>
          <pc:sldMk cId="2912199421" sldId="311"/>
        </pc:sldMkLst>
        <pc:spChg chg="mod">
          <ac:chgData name="Jan Schaffranek" userId="185de13651d64d23" providerId="LiveId" clId="{6C59D503-4953-402C-B6E9-EF7AF153E081}" dt="2022-07-29T16:35:42.907" v="331" actId="20577"/>
          <ac:spMkLst>
            <pc:docMk/>
            <pc:sldMk cId="2912199421" sldId="311"/>
            <ac:spMk id="5" creationId="{93BC3B00-A7DF-87F4-990F-44B79C8418DB}"/>
          </ac:spMkLst>
        </pc:spChg>
        <pc:picChg chg="del">
          <ac:chgData name="Jan Schaffranek" userId="185de13651d64d23" providerId="LiveId" clId="{6C59D503-4953-402C-B6E9-EF7AF153E081}" dt="2022-07-29T16:34:06.910" v="291" actId="478"/>
          <ac:picMkLst>
            <pc:docMk/>
            <pc:sldMk cId="2912199421" sldId="311"/>
            <ac:picMk id="4" creationId="{A7484924-38C7-C449-A185-13FFF120BDFB}"/>
          </ac:picMkLst>
        </pc:picChg>
        <pc:picChg chg="add">
          <ac:chgData name="Jan Schaffranek" userId="185de13651d64d23" providerId="LiveId" clId="{6C59D503-4953-402C-B6E9-EF7AF153E081}" dt="2022-07-29T16:35:34.231" v="316" actId="22"/>
          <ac:picMkLst>
            <pc:docMk/>
            <pc:sldMk cId="2912199421" sldId="311"/>
            <ac:picMk id="6" creationId="{0FF4B999-957A-4F85-5125-8E73293DF74B}"/>
          </ac:picMkLst>
        </pc:picChg>
        <pc:picChg chg="del mod">
          <ac:chgData name="Jan Schaffranek" userId="185de13651d64d23" providerId="LiveId" clId="{6C59D503-4953-402C-B6E9-EF7AF153E081}" dt="2022-07-29T16:35:37.926" v="318" actId="478"/>
          <ac:picMkLst>
            <pc:docMk/>
            <pc:sldMk cId="2912199421" sldId="311"/>
            <ac:picMk id="8" creationId="{5906AF6D-0FA9-8410-437D-552A1984ABF5}"/>
          </ac:picMkLst>
        </pc:picChg>
      </pc:sldChg>
      <pc:sldChg chg="delSp add mod">
        <pc:chgData name="Jan Schaffranek" userId="185de13651d64d23" providerId="LiveId" clId="{6C59D503-4953-402C-B6E9-EF7AF153E081}" dt="2022-07-29T16:35:47.727" v="332" actId="478"/>
        <pc:sldMkLst>
          <pc:docMk/>
          <pc:sldMk cId="2304848076" sldId="312"/>
        </pc:sldMkLst>
        <pc:picChg chg="del">
          <ac:chgData name="Jan Schaffranek" userId="185de13651d64d23" providerId="LiveId" clId="{6C59D503-4953-402C-B6E9-EF7AF153E081}" dt="2022-07-29T16:35:47.727" v="332" actId="478"/>
          <ac:picMkLst>
            <pc:docMk/>
            <pc:sldMk cId="2304848076" sldId="312"/>
            <ac:picMk id="6" creationId="{0FF4B999-957A-4F85-5125-8E73293DF74B}"/>
          </ac:picMkLst>
        </pc:picChg>
      </pc:sldChg>
    </pc:docChg>
  </pc:docChgLst>
  <pc:docChgLst>
    <pc:chgData name="Jan Schaffranek" userId="185de13651d64d23" providerId="LiveId" clId="{E727BF9C-F4B7-4F1C-980C-25A62585E324}"/>
    <pc:docChg chg="undo custSel delSld modSld sldOrd">
      <pc:chgData name="Jan Schaffranek" userId="185de13651d64d23" providerId="LiveId" clId="{E727BF9C-F4B7-4F1C-980C-25A62585E324}" dt="2022-07-19T10:54:30.746" v="167" actId="1076"/>
      <pc:docMkLst>
        <pc:docMk/>
      </pc:docMkLst>
      <pc:sldChg chg="modSp mod">
        <pc:chgData name="Jan Schaffranek" userId="185de13651d64d23" providerId="LiveId" clId="{E727BF9C-F4B7-4F1C-980C-25A62585E324}" dt="2022-07-19T10:48:05.981" v="2"/>
        <pc:sldMkLst>
          <pc:docMk/>
          <pc:sldMk cId="0" sldId="256"/>
        </pc:sldMkLst>
        <pc:spChg chg="mod">
          <ac:chgData name="Jan Schaffranek" userId="185de13651d64d23" providerId="LiveId" clId="{E727BF9C-F4B7-4F1C-980C-25A62585E324}" dt="2022-07-19T10:48:05.981" v="2"/>
          <ac:spMkLst>
            <pc:docMk/>
            <pc:sldMk cId="0" sldId="256"/>
            <ac:spMk id="91" creationId="{00000000-0000-0000-0000-000000000000}"/>
          </ac:spMkLst>
        </pc:spChg>
      </pc:sldChg>
      <pc:sldChg chg="modSp mod">
        <pc:chgData name="Jan Schaffranek" userId="185de13651d64d23" providerId="LiveId" clId="{E727BF9C-F4B7-4F1C-980C-25A62585E324}" dt="2022-07-19T10:48:25.837" v="9" actId="1076"/>
        <pc:sldMkLst>
          <pc:docMk/>
          <pc:sldMk cId="0" sldId="264"/>
        </pc:sldMkLst>
        <pc:spChg chg="mod">
          <ac:chgData name="Jan Schaffranek" userId="185de13651d64d23" providerId="LiveId" clId="{E727BF9C-F4B7-4F1C-980C-25A62585E324}" dt="2022-07-19T10:48:25.837" v="9" actId="1076"/>
          <ac:spMkLst>
            <pc:docMk/>
            <pc:sldMk cId="0" sldId="264"/>
            <ac:spMk id="161" creationId="{00000000-0000-0000-0000-000000000000}"/>
          </ac:spMkLst>
        </pc:spChg>
      </pc:sldChg>
      <pc:sldChg chg="del">
        <pc:chgData name="Jan Schaffranek" userId="185de13651d64d23" providerId="LiveId" clId="{E727BF9C-F4B7-4F1C-980C-25A62585E324}" dt="2022-07-19T10:49:49.792" v="121" actId="47"/>
        <pc:sldMkLst>
          <pc:docMk/>
          <pc:sldMk cId="1707327199" sldId="282"/>
        </pc:sldMkLst>
      </pc:sldChg>
      <pc:sldChg chg="modSp mod ord">
        <pc:chgData name="Jan Schaffranek" userId="185de13651d64d23" providerId="LiveId" clId="{E727BF9C-F4B7-4F1C-980C-25A62585E324}" dt="2022-07-19T10:50:03.951" v="159" actId="20577"/>
        <pc:sldMkLst>
          <pc:docMk/>
          <pc:sldMk cId="224579613" sldId="283"/>
        </pc:sldMkLst>
        <pc:spChg chg="mod">
          <ac:chgData name="Jan Schaffranek" userId="185de13651d64d23" providerId="LiveId" clId="{E727BF9C-F4B7-4F1C-980C-25A62585E324}" dt="2022-07-19T10:50:03.951" v="159" actId="20577"/>
          <ac:spMkLst>
            <pc:docMk/>
            <pc:sldMk cId="224579613" sldId="283"/>
            <ac:spMk id="3" creationId="{AB0B060E-5559-42C7-ABAB-8E27B0517E93}"/>
          </ac:spMkLst>
        </pc:spChg>
      </pc:sldChg>
      <pc:sldChg chg="addSp delSp modSp mod">
        <pc:chgData name="Jan Schaffranek" userId="185de13651d64d23" providerId="LiveId" clId="{E727BF9C-F4B7-4F1C-980C-25A62585E324}" dt="2022-07-19T10:54:04.493" v="163" actId="1076"/>
        <pc:sldMkLst>
          <pc:docMk/>
          <pc:sldMk cId="3612567671" sldId="284"/>
        </pc:sldMkLst>
        <pc:picChg chg="del">
          <ac:chgData name="Jan Schaffranek" userId="185de13651d64d23" providerId="LiveId" clId="{E727BF9C-F4B7-4F1C-980C-25A62585E324}" dt="2022-07-19T10:53:59.972" v="160" actId="478"/>
          <ac:picMkLst>
            <pc:docMk/>
            <pc:sldMk cId="3612567671" sldId="284"/>
            <ac:picMk id="3" creationId="{3AC481BC-F2C0-41D3-966B-10A7F2C85E6C}"/>
          </ac:picMkLst>
        </pc:picChg>
        <pc:picChg chg="add mod">
          <ac:chgData name="Jan Schaffranek" userId="185de13651d64d23" providerId="LiveId" clId="{E727BF9C-F4B7-4F1C-980C-25A62585E324}" dt="2022-07-19T10:54:04.493" v="163" actId="1076"/>
          <ac:picMkLst>
            <pc:docMk/>
            <pc:sldMk cId="3612567671" sldId="284"/>
            <ac:picMk id="4" creationId="{D6E79DF5-9085-E726-1F9B-8E14F4D24A91}"/>
          </ac:picMkLst>
        </pc:picChg>
      </pc:sldChg>
      <pc:sldChg chg="addSp delSp modSp mod">
        <pc:chgData name="Jan Schaffranek" userId="185de13651d64d23" providerId="LiveId" clId="{E727BF9C-F4B7-4F1C-980C-25A62585E324}" dt="2022-07-19T10:54:30.746" v="167" actId="1076"/>
        <pc:sldMkLst>
          <pc:docMk/>
          <pc:sldMk cId="982671109" sldId="285"/>
        </pc:sldMkLst>
        <pc:picChg chg="del">
          <ac:chgData name="Jan Schaffranek" userId="185de13651d64d23" providerId="LiveId" clId="{E727BF9C-F4B7-4F1C-980C-25A62585E324}" dt="2022-07-19T10:54:25.979" v="164" actId="478"/>
          <ac:picMkLst>
            <pc:docMk/>
            <pc:sldMk cId="982671109" sldId="285"/>
            <ac:picMk id="3" creationId="{9E64BB99-DAC0-4D9D-91AD-CF71B44CA1EE}"/>
          </ac:picMkLst>
        </pc:picChg>
        <pc:picChg chg="add mod">
          <ac:chgData name="Jan Schaffranek" userId="185de13651d64d23" providerId="LiveId" clId="{E727BF9C-F4B7-4F1C-980C-25A62585E324}" dt="2022-07-19T10:54:30.746" v="167" actId="1076"/>
          <ac:picMkLst>
            <pc:docMk/>
            <pc:sldMk cId="982671109" sldId="285"/>
            <ac:picMk id="4" creationId="{7F90158A-8E1B-0370-C1A6-9D858DBBE4E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15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Shape 159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Shape 8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>
                <a:solidFill>
                  <a:srgbClr val="FFFFFF"/>
                </a:solidFill>
              </a:defRPr>
            </a:lvl1pPr>
            <a:lvl2pPr lvl="1">
              <a:buNone/>
              <a:defRPr>
                <a:solidFill>
                  <a:srgbClr val="FFFFFF"/>
                </a:solidFill>
              </a:defRPr>
            </a:lvl2pPr>
            <a:lvl3pPr lvl="2">
              <a:buNone/>
              <a:defRPr>
                <a:solidFill>
                  <a:srgbClr val="FFFFFF"/>
                </a:solidFill>
              </a:defRPr>
            </a:lvl3pPr>
            <a:lvl4pPr lvl="3">
              <a:buNone/>
              <a:defRPr>
                <a:solidFill>
                  <a:srgbClr val="FFFFFF"/>
                </a:solidFill>
              </a:defRPr>
            </a:lvl4pPr>
            <a:lvl5pPr lvl="4">
              <a:buNone/>
              <a:defRPr>
                <a:solidFill>
                  <a:srgbClr val="FFFFFF"/>
                </a:solidFill>
              </a:defRPr>
            </a:lvl5pPr>
            <a:lvl6pPr lvl="5">
              <a:buNone/>
              <a:defRPr>
                <a:solidFill>
                  <a:srgbClr val="FFFFFF"/>
                </a:solidFill>
              </a:defRPr>
            </a:lvl6pPr>
            <a:lvl7pPr lvl="6">
              <a:buNone/>
              <a:defRPr>
                <a:solidFill>
                  <a:srgbClr val="FFFFFF"/>
                </a:solidFill>
              </a:defRPr>
            </a:lvl7pPr>
            <a:lvl8pPr lvl="7">
              <a:buNone/>
              <a:defRPr>
                <a:solidFill>
                  <a:srgbClr val="FFFFFF"/>
                </a:solidFill>
              </a:defRPr>
            </a:lvl8pPr>
            <a:lvl9pPr lvl="8">
              <a:buNone/>
              <a:defRPr>
                <a:solidFill>
                  <a:srgbClr val="FFFFFF"/>
                </a:solidFill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911109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F6703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234450" y="575500"/>
            <a:ext cx="2046300" cy="39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Nunito Sans"/>
              <a:buNone/>
              <a:defRPr sz="24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3090625" y="575500"/>
            <a:ext cx="5596200" cy="39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▪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400"/>
              <a:buFont typeface="Nunito Sans"/>
              <a:buChar char="-"/>
              <a:defRPr>
                <a:solidFill>
                  <a:srgbClr val="666666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endParaRPr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1pPr>
            <a:lvl2pPr lvl="1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2pPr>
            <a:lvl3pPr lvl="2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3pPr>
            <a:lvl4pPr lvl="3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4pPr>
            <a:lvl5pPr lvl="4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5pPr>
            <a:lvl6pPr lvl="5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6pPr>
            <a:lvl7pPr lvl="6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7pPr>
            <a:lvl8pPr lvl="7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8pPr>
            <a:lvl9pPr lvl="8" algn="r">
              <a:buNone/>
              <a:defRPr sz="1000">
                <a:solidFill>
                  <a:srgbClr val="CCCCCC"/>
                </a:solidFill>
                <a:latin typeface="Nunito Sans"/>
                <a:ea typeface="Nunito Sans"/>
                <a:cs typeface="Nunito Sans"/>
                <a:sym typeface="Nunito Sans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Shape 161"/>
          <p:cNvSpPr txBox="1">
            <a:spLocks noGrp="1"/>
          </p:cNvSpPr>
          <p:nvPr>
            <p:ph type="ctrTitle" idx="4294967295"/>
          </p:nvPr>
        </p:nvSpPr>
        <p:spPr>
          <a:xfrm>
            <a:off x="189575" y="2940641"/>
            <a:ext cx="8847573" cy="115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de-DE" sz="7200" b="1" i="0" dirty="0" err="1">
                <a:solidFill>
                  <a:srgbClr val="FFFFFF"/>
                </a:solidFill>
                <a:effectLst/>
                <a:latin typeface="Tunga" panose="020B0502040204020203" pitchFamily="34" charset="0"/>
                <a:cs typeface="Tunga" panose="020B0502040204020203" pitchFamily="34" charset="0"/>
              </a:rPr>
              <a:t>Computerarchitecture</a:t>
            </a:r>
            <a:r>
              <a:rPr lang="de-DE" sz="7200" b="1" i="0" dirty="0">
                <a:solidFill>
                  <a:srgbClr val="FFFFFF"/>
                </a:solidFill>
                <a:effectLst/>
                <a:latin typeface="Tunga" panose="020B0502040204020203" pitchFamily="34" charset="0"/>
                <a:cs typeface="Tunga" panose="020B0502040204020203" pitchFamily="34" charset="0"/>
              </a:rPr>
              <a:t> 101</a:t>
            </a:r>
          </a:p>
        </p:txBody>
      </p:sp>
      <p:grpSp>
        <p:nvGrpSpPr>
          <p:cNvPr id="163" name="Shape 163"/>
          <p:cNvGrpSpPr/>
          <p:nvPr/>
        </p:nvGrpSpPr>
        <p:grpSpPr>
          <a:xfrm>
            <a:off x="6791059" y="345962"/>
            <a:ext cx="1590883" cy="1590858"/>
            <a:chOff x="6643075" y="3664250"/>
            <a:chExt cx="407950" cy="407975"/>
          </a:xfrm>
        </p:grpSpPr>
        <p:sp>
          <p:nvSpPr>
            <p:cNvPr id="164" name="Shape 164"/>
            <p:cNvSpPr/>
            <p:nvPr/>
          </p:nvSpPr>
          <p:spPr>
            <a:xfrm>
              <a:off x="6794075" y="3815250"/>
              <a:ext cx="211300" cy="211300"/>
            </a:xfrm>
            <a:custGeom>
              <a:avLst/>
              <a:gdLst/>
              <a:ahLst/>
              <a:cxnLst/>
              <a:rect l="0" t="0" r="0" b="0"/>
              <a:pathLst>
                <a:path w="8452" h="8452" fill="none" extrusionOk="0">
                  <a:moveTo>
                    <a:pt x="0" y="8135"/>
                  </a:moveTo>
                  <a:lnTo>
                    <a:pt x="0" y="8135"/>
                  </a:lnTo>
                  <a:lnTo>
                    <a:pt x="438" y="8257"/>
                  </a:lnTo>
                  <a:lnTo>
                    <a:pt x="852" y="8354"/>
                  </a:lnTo>
                  <a:lnTo>
                    <a:pt x="1291" y="8403"/>
                  </a:lnTo>
                  <a:lnTo>
                    <a:pt x="1729" y="8452"/>
                  </a:lnTo>
                  <a:lnTo>
                    <a:pt x="2168" y="8452"/>
                  </a:lnTo>
                  <a:lnTo>
                    <a:pt x="2606" y="8427"/>
                  </a:lnTo>
                  <a:lnTo>
                    <a:pt x="3020" y="8378"/>
                  </a:lnTo>
                  <a:lnTo>
                    <a:pt x="3458" y="8281"/>
                  </a:lnTo>
                  <a:lnTo>
                    <a:pt x="3872" y="8184"/>
                  </a:lnTo>
                  <a:lnTo>
                    <a:pt x="4311" y="8037"/>
                  </a:lnTo>
                  <a:lnTo>
                    <a:pt x="4701" y="7867"/>
                  </a:lnTo>
                  <a:lnTo>
                    <a:pt x="5115" y="7672"/>
                  </a:lnTo>
                  <a:lnTo>
                    <a:pt x="5504" y="7429"/>
                  </a:lnTo>
                  <a:lnTo>
                    <a:pt x="5870" y="7185"/>
                  </a:lnTo>
                  <a:lnTo>
                    <a:pt x="6235" y="6893"/>
                  </a:lnTo>
                  <a:lnTo>
                    <a:pt x="6576" y="6576"/>
                  </a:lnTo>
                  <a:lnTo>
                    <a:pt x="6576" y="6576"/>
                  </a:lnTo>
                  <a:lnTo>
                    <a:pt x="6892" y="6235"/>
                  </a:lnTo>
                  <a:lnTo>
                    <a:pt x="7185" y="5870"/>
                  </a:lnTo>
                  <a:lnTo>
                    <a:pt x="7428" y="5505"/>
                  </a:lnTo>
                  <a:lnTo>
                    <a:pt x="7672" y="5115"/>
                  </a:lnTo>
                  <a:lnTo>
                    <a:pt x="7867" y="4701"/>
                  </a:lnTo>
                  <a:lnTo>
                    <a:pt x="8037" y="4311"/>
                  </a:lnTo>
                  <a:lnTo>
                    <a:pt x="8183" y="3873"/>
                  </a:lnTo>
                  <a:lnTo>
                    <a:pt x="8281" y="3459"/>
                  </a:lnTo>
                  <a:lnTo>
                    <a:pt x="8378" y="3020"/>
                  </a:lnTo>
                  <a:lnTo>
                    <a:pt x="8427" y="2606"/>
                  </a:lnTo>
                  <a:lnTo>
                    <a:pt x="8451" y="2168"/>
                  </a:lnTo>
                  <a:lnTo>
                    <a:pt x="8451" y="1730"/>
                  </a:lnTo>
                  <a:lnTo>
                    <a:pt x="8402" y="1291"/>
                  </a:lnTo>
                  <a:lnTo>
                    <a:pt x="8354" y="853"/>
                  </a:lnTo>
                  <a:lnTo>
                    <a:pt x="8256" y="439"/>
                  </a:lnTo>
                  <a:lnTo>
                    <a:pt x="8135" y="0"/>
                  </a:lnTo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5" name="Shape 165"/>
            <p:cNvSpPr/>
            <p:nvPr/>
          </p:nvSpPr>
          <p:spPr>
            <a:xfrm>
              <a:off x="6643075" y="3664250"/>
              <a:ext cx="407950" cy="407975"/>
            </a:xfrm>
            <a:custGeom>
              <a:avLst/>
              <a:gdLst/>
              <a:ahLst/>
              <a:cxnLst/>
              <a:rect l="0" t="0" r="0" b="0"/>
              <a:pathLst>
                <a:path w="16318" h="16319" fill="none" extrusionOk="0">
                  <a:moveTo>
                    <a:pt x="16074" y="244"/>
                  </a:moveTo>
                  <a:lnTo>
                    <a:pt x="16074" y="244"/>
                  </a:lnTo>
                  <a:lnTo>
                    <a:pt x="15928" y="122"/>
                  </a:lnTo>
                  <a:lnTo>
                    <a:pt x="15758" y="49"/>
                  </a:lnTo>
                  <a:lnTo>
                    <a:pt x="15538" y="0"/>
                  </a:lnTo>
                  <a:lnTo>
                    <a:pt x="15319" y="0"/>
                  </a:lnTo>
                  <a:lnTo>
                    <a:pt x="15051" y="25"/>
                  </a:lnTo>
                  <a:lnTo>
                    <a:pt x="14759" y="73"/>
                  </a:lnTo>
                  <a:lnTo>
                    <a:pt x="14442" y="171"/>
                  </a:lnTo>
                  <a:lnTo>
                    <a:pt x="14102" y="293"/>
                  </a:lnTo>
                  <a:lnTo>
                    <a:pt x="13736" y="439"/>
                  </a:lnTo>
                  <a:lnTo>
                    <a:pt x="13347" y="609"/>
                  </a:lnTo>
                  <a:lnTo>
                    <a:pt x="12957" y="828"/>
                  </a:lnTo>
                  <a:lnTo>
                    <a:pt x="12543" y="1048"/>
                  </a:lnTo>
                  <a:lnTo>
                    <a:pt x="11666" y="1608"/>
                  </a:lnTo>
                  <a:lnTo>
                    <a:pt x="10716" y="2265"/>
                  </a:lnTo>
                  <a:lnTo>
                    <a:pt x="10716" y="2265"/>
                  </a:lnTo>
                  <a:lnTo>
                    <a:pt x="10278" y="2095"/>
                  </a:lnTo>
                  <a:lnTo>
                    <a:pt x="9815" y="1949"/>
                  </a:lnTo>
                  <a:lnTo>
                    <a:pt x="9352" y="1851"/>
                  </a:lnTo>
                  <a:lnTo>
                    <a:pt x="8890" y="1778"/>
                  </a:lnTo>
                  <a:lnTo>
                    <a:pt x="8427" y="1730"/>
                  </a:lnTo>
                  <a:lnTo>
                    <a:pt x="7940" y="1730"/>
                  </a:lnTo>
                  <a:lnTo>
                    <a:pt x="7477" y="1778"/>
                  </a:lnTo>
                  <a:lnTo>
                    <a:pt x="7014" y="1827"/>
                  </a:lnTo>
                  <a:lnTo>
                    <a:pt x="6551" y="1924"/>
                  </a:lnTo>
                  <a:lnTo>
                    <a:pt x="6089" y="2070"/>
                  </a:lnTo>
                  <a:lnTo>
                    <a:pt x="5650" y="2241"/>
                  </a:lnTo>
                  <a:lnTo>
                    <a:pt x="5212" y="2436"/>
                  </a:lnTo>
                  <a:lnTo>
                    <a:pt x="4774" y="2679"/>
                  </a:lnTo>
                  <a:lnTo>
                    <a:pt x="4384" y="2972"/>
                  </a:lnTo>
                  <a:lnTo>
                    <a:pt x="3994" y="3264"/>
                  </a:lnTo>
                  <a:lnTo>
                    <a:pt x="3605" y="3605"/>
                  </a:lnTo>
                  <a:lnTo>
                    <a:pt x="3605" y="3605"/>
                  </a:lnTo>
                  <a:lnTo>
                    <a:pt x="3264" y="3995"/>
                  </a:lnTo>
                  <a:lnTo>
                    <a:pt x="2971" y="4384"/>
                  </a:lnTo>
                  <a:lnTo>
                    <a:pt x="2679" y="4774"/>
                  </a:lnTo>
                  <a:lnTo>
                    <a:pt x="2436" y="5212"/>
                  </a:lnTo>
                  <a:lnTo>
                    <a:pt x="2241" y="5651"/>
                  </a:lnTo>
                  <a:lnTo>
                    <a:pt x="2070" y="6089"/>
                  </a:lnTo>
                  <a:lnTo>
                    <a:pt x="1924" y="6552"/>
                  </a:lnTo>
                  <a:lnTo>
                    <a:pt x="1827" y="7015"/>
                  </a:lnTo>
                  <a:lnTo>
                    <a:pt x="1778" y="7477"/>
                  </a:lnTo>
                  <a:lnTo>
                    <a:pt x="1729" y="7940"/>
                  </a:lnTo>
                  <a:lnTo>
                    <a:pt x="1729" y="8427"/>
                  </a:lnTo>
                  <a:lnTo>
                    <a:pt x="1778" y="8890"/>
                  </a:lnTo>
                  <a:lnTo>
                    <a:pt x="1851" y="9353"/>
                  </a:lnTo>
                  <a:lnTo>
                    <a:pt x="1948" y="9815"/>
                  </a:lnTo>
                  <a:lnTo>
                    <a:pt x="2095" y="10278"/>
                  </a:lnTo>
                  <a:lnTo>
                    <a:pt x="2265" y="10716"/>
                  </a:lnTo>
                  <a:lnTo>
                    <a:pt x="2265" y="10716"/>
                  </a:lnTo>
                  <a:lnTo>
                    <a:pt x="1607" y="11666"/>
                  </a:lnTo>
                  <a:lnTo>
                    <a:pt x="1047" y="12543"/>
                  </a:lnTo>
                  <a:lnTo>
                    <a:pt x="828" y="12957"/>
                  </a:lnTo>
                  <a:lnTo>
                    <a:pt x="609" y="13347"/>
                  </a:lnTo>
                  <a:lnTo>
                    <a:pt x="438" y="13737"/>
                  </a:lnTo>
                  <a:lnTo>
                    <a:pt x="292" y="14102"/>
                  </a:lnTo>
                  <a:lnTo>
                    <a:pt x="170" y="14443"/>
                  </a:lnTo>
                  <a:lnTo>
                    <a:pt x="73" y="14759"/>
                  </a:lnTo>
                  <a:lnTo>
                    <a:pt x="24" y="15052"/>
                  </a:lnTo>
                  <a:lnTo>
                    <a:pt x="0" y="15320"/>
                  </a:lnTo>
                  <a:lnTo>
                    <a:pt x="0" y="15539"/>
                  </a:lnTo>
                  <a:lnTo>
                    <a:pt x="49" y="15758"/>
                  </a:lnTo>
                  <a:lnTo>
                    <a:pt x="122" y="15928"/>
                  </a:lnTo>
                  <a:lnTo>
                    <a:pt x="244" y="16075"/>
                  </a:lnTo>
                  <a:lnTo>
                    <a:pt x="244" y="16075"/>
                  </a:lnTo>
                  <a:lnTo>
                    <a:pt x="341" y="16172"/>
                  </a:lnTo>
                  <a:lnTo>
                    <a:pt x="487" y="16245"/>
                  </a:lnTo>
                  <a:lnTo>
                    <a:pt x="633" y="16294"/>
                  </a:lnTo>
                  <a:lnTo>
                    <a:pt x="804" y="16318"/>
                  </a:lnTo>
                  <a:lnTo>
                    <a:pt x="974" y="16318"/>
                  </a:lnTo>
                  <a:lnTo>
                    <a:pt x="1169" y="16318"/>
                  </a:lnTo>
                  <a:lnTo>
                    <a:pt x="1388" y="16269"/>
                  </a:lnTo>
                  <a:lnTo>
                    <a:pt x="1632" y="16221"/>
                  </a:lnTo>
                  <a:lnTo>
                    <a:pt x="2143" y="16075"/>
                  </a:lnTo>
                  <a:lnTo>
                    <a:pt x="2703" y="15831"/>
                  </a:lnTo>
                  <a:lnTo>
                    <a:pt x="3312" y="15539"/>
                  </a:lnTo>
                  <a:lnTo>
                    <a:pt x="3946" y="15149"/>
                  </a:lnTo>
                  <a:lnTo>
                    <a:pt x="4652" y="14711"/>
                  </a:lnTo>
                  <a:lnTo>
                    <a:pt x="5358" y="14224"/>
                  </a:lnTo>
                  <a:lnTo>
                    <a:pt x="6113" y="13663"/>
                  </a:lnTo>
                  <a:lnTo>
                    <a:pt x="6892" y="13055"/>
                  </a:lnTo>
                  <a:lnTo>
                    <a:pt x="7696" y="12397"/>
                  </a:lnTo>
                  <a:lnTo>
                    <a:pt x="8500" y="11691"/>
                  </a:lnTo>
                  <a:lnTo>
                    <a:pt x="9304" y="10936"/>
                  </a:lnTo>
                  <a:lnTo>
                    <a:pt x="10132" y="10132"/>
                  </a:lnTo>
                  <a:lnTo>
                    <a:pt x="10132" y="10132"/>
                  </a:lnTo>
                  <a:lnTo>
                    <a:pt x="10935" y="9304"/>
                  </a:lnTo>
                  <a:lnTo>
                    <a:pt x="11690" y="8500"/>
                  </a:lnTo>
                  <a:lnTo>
                    <a:pt x="12397" y="7696"/>
                  </a:lnTo>
                  <a:lnTo>
                    <a:pt x="13054" y="6893"/>
                  </a:lnTo>
                  <a:lnTo>
                    <a:pt x="13663" y="6113"/>
                  </a:lnTo>
                  <a:lnTo>
                    <a:pt x="14223" y="5358"/>
                  </a:lnTo>
                  <a:lnTo>
                    <a:pt x="14710" y="4652"/>
                  </a:lnTo>
                  <a:lnTo>
                    <a:pt x="15149" y="3946"/>
                  </a:lnTo>
                  <a:lnTo>
                    <a:pt x="15538" y="3313"/>
                  </a:lnTo>
                  <a:lnTo>
                    <a:pt x="15831" y="2704"/>
                  </a:lnTo>
                  <a:lnTo>
                    <a:pt x="16074" y="2144"/>
                  </a:lnTo>
                  <a:lnTo>
                    <a:pt x="16220" y="1632"/>
                  </a:lnTo>
                  <a:lnTo>
                    <a:pt x="16269" y="1389"/>
                  </a:lnTo>
                  <a:lnTo>
                    <a:pt x="16318" y="1169"/>
                  </a:lnTo>
                  <a:lnTo>
                    <a:pt x="16318" y="975"/>
                  </a:lnTo>
                  <a:lnTo>
                    <a:pt x="16318" y="804"/>
                  </a:lnTo>
                  <a:lnTo>
                    <a:pt x="16293" y="634"/>
                  </a:lnTo>
                  <a:lnTo>
                    <a:pt x="16245" y="487"/>
                  </a:lnTo>
                  <a:lnTo>
                    <a:pt x="16172" y="341"/>
                  </a:lnTo>
                  <a:lnTo>
                    <a:pt x="16074" y="244"/>
                  </a:lnTo>
                  <a:lnTo>
                    <a:pt x="16074" y="244"/>
                  </a:lnTo>
                  <a:close/>
                  <a:moveTo>
                    <a:pt x="1827" y="13810"/>
                  </a:moveTo>
                  <a:lnTo>
                    <a:pt x="1827" y="13810"/>
                  </a:lnTo>
                  <a:lnTo>
                    <a:pt x="1754" y="13737"/>
                  </a:lnTo>
                  <a:lnTo>
                    <a:pt x="1729" y="13639"/>
                  </a:lnTo>
                  <a:lnTo>
                    <a:pt x="1681" y="13542"/>
                  </a:lnTo>
                  <a:lnTo>
                    <a:pt x="1681" y="13444"/>
                  </a:lnTo>
                  <a:lnTo>
                    <a:pt x="1681" y="13176"/>
                  </a:lnTo>
                  <a:lnTo>
                    <a:pt x="1754" y="12884"/>
                  </a:lnTo>
                  <a:lnTo>
                    <a:pt x="1875" y="12519"/>
                  </a:lnTo>
                  <a:lnTo>
                    <a:pt x="2046" y="12153"/>
                  </a:lnTo>
                  <a:lnTo>
                    <a:pt x="2265" y="11715"/>
                  </a:lnTo>
                  <a:lnTo>
                    <a:pt x="2533" y="11277"/>
                  </a:lnTo>
                  <a:lnTo>
                    <a:pt x="2533" y="11277"/>
                  </a:lnTo>
                  <a:lnTo>
                    <a:pt x="2752" y="11642"/>
                  </a:lnTo>
                  <a:lnTo>
                    <a:pt x="3020" y="12007"/>
                  </a:lnTo>
                  <a:lnTo>
                    <a:pt x="3288" y="12373"/>
                  </a:lnTo>
                  <a:lnTo>
                    <a:pt x="3605" y="12714"/>
                  </a:lnTo>
                  <a:lnTo>
                    <a:pt x="3605" y="12714"/>
                  </a:lnTo>
                  <a:lnTo>
                    <a:pt x="3897" y="12957"/>
                  </a:lnTo>
                  <a:lnTo>
                    <a:pt x="4165" y="13201"/>
                  </a:lnTo>
                  <a:lnTo>
                    <a:pt x="4165" y="13201"/>
                  </a:lnTo>
                  <a:lnTo>
                    <a:pt x="3751" y="13444"/>
                  </a:lnTo>
                  <a:lnTo>
                    <a:pt x="3361" y="13639"/>
                  </a:lnTo>
                  <a:lnTo>
                    <a:pt x="3020" y="13785"/>
                  </a:lnTo>
                  <a:lnTo>
                    <a:pt x="2679" y="13883"/>
                  </a:lnTo>
                  <a:lnTo>
                    <a:pt x="2411" y="13956"/>
                  </a:lnTo>
                  <a:lnTo>
                    <a:pt x="2168" y="13956"/>
                  </a:lnTo>
                  <a:lnTo>
                    <a:pt x="2070" y="13931"/>
                  </a:lnTo>
                  <a:lnTo>
                    <a:pt x="1973" y="13907"/>
                  </a:lnTo>
                  <a:lnTo>
                    <a:pt x="1900" y="13858"/>
                  </a:lnTo>
                  <a:lnTo>
                    <a:pt x="1827" y="13810"/>
                  </a:lnTo>
                  <a:lnTo>
                    <a:pt x="1827" y="13810"/>
                  </a:lnTo>
                  <a:close/>
                  <a:moveTo>
                    <a:pt x="8159" y="4482"/>
                  </a:moveTo>
                  <a:lnTo>
                    <a:pt x="8159" y="4482"/>
                  </a:lnTo>
                  <a:lnTo>
                    <a:pt x="8037" y="4482"/>
                  </a:lnTo>
                  <a:lnTo>
                    <a:pt x="7940" y="4433"/>
                  </a:lnTo>
                  <a:lnTo>
                    <a:pt x="7842" y="4384"/>
                  </a:lnTo>
                  <a:lnTo>
                    <a:pt x="7745" y="4311"/>
                  </a:lnTo>
                  <a:lnTo>
                    <a:pt x="7672" y="4238"/>
                  </a:lnTo>
                  <a:lnTo>
                    <a:pt x="7623" y="4141"/>
                  </a:lnTo>
                  <a:lnTo>
                    <a:pt x="7574" y="4019"/>
                  </a:lnTo>
                  <a:lnTo>
                    <a:pt x="7574" y="3897"/>
                  </a:lnTo>
                  <a:lnTo>
                    <a:pt x="7574" y="3897"/>
                  </a:lnTo>
                  <a:lnTo>
                    <a:pt x="7574" y="3775"/>
                  </a:lnTo>
                  <a:lnTo>
                    <a:pt x="7623" y="3678"/>
                  </a:lnTo>
                  <a:lnTo>
                    <a:pt x="7672" y="3580"/>
                  </a:lnTo>
                  <a:lnTo>
                    <a:pt x="7745" y="3483"/>
                  </a:lnTo>
                  <a:lnTo>
                    <a:pt x="7842" y="3410"/>
                  </a:lnTo>
                  <a:lnTo>
                    <a:pt x="7940" y="3361"/>
                  </a:lnTo>
                  <a:lnTo>
                    <a:pt x="8037" y="3337"/>
                  </a:lnTo>
                  <a:lnTo>
                    <a:pt x="8159" y="3313"/>
                  </a:lnTo>
                  <a:lnTo>
                    <a:pt x="8159" y="3313"/>
                  </a:lnTo>
                  <a:lnTo>
                    <a:pt x="8281" y="3337"/>
                  </a:lnTo>
                  <a:lnTo>
                    <a:pt x="8378" y="3361"/>
                  </a:lnTo>
                  <a:lnTo>
                    <a:pt x="8476" y="3410"/>
                  </a:lnTo>
                  <a:lnTo>
                    <a:pt x="8573" y="3483"/>
                  </a:lnTo>
                  <a:lnTo>
                    <a:pt x="8646" y="3580"/>
                  </a:lnTo>
                  <a:lnTo>
                    <a:pt x="8695" y="3678"/>
                  </a:lnTo>
                  <a:lnTo>
                    <a:pt x="8743" y="3775"/>
                  </a:lnTo>
                  <a:lnTo>
                    <a:pt x="8743" y="3897"/>
                  </a:lnTo>
                  <a:lnTo>
                    <a:pt x="8743" y="3897"/>
                  </a:lnTo>
                  <a:lnTo>
                    <a:pt x="8743" y="4019"/>
                  </a:lnTo>
                  <a:lnTo>
                    <a:pt x="8695" y="4141"/>
                  </a:lnTo>
                  <a:lnTo>
                    <a:pt x="8646" y="4238"/>
                  </a:lnTo>
                  <a:lnTo>
                    <a:pt x="8573" y="4311"/>
                  </a:lnTo>
                  <a:lnTo>
                    <a:pt x="8476" y="4384"/>
                  </a:lnTo>
                  <a:lnTo>
                    <a:pt x="8378" y="4433"/>
                  </a:lnTo>
                  <a:lnTo>
                    <a:pt x="8281" y="4482"/>
                  </a:lnTo>
                  <a:lnTo>
                    <a:pt x="8159" y="4482"/>
                  </a:lnTo>
                  <a:lnTo>
                    <a:pt x="8159" y="4482"/>
                  </a:lnTo>
                  <a:close/>
                  <a:moveTo>
                    <a:pt x="9133" y="5943"/>
                  </a:moveTo>
                  <a:lnTo>
                    <a:pt x="9133" y="5943"/>
                  </a:lnTo>
                  <a:lnTo>
                    <a:pt x="9036" y="5943"/>
                  </a:lnTo>
                  <a:lnTo>
                    <a:pt x="8963" y="5919"/>
                  </a:lnTo>
                  <a:lnTo>
                    <a:pt x="8841" y="5846"/>
                  </a:lnTo>
                  <a:lnTo>
                    <a:pt x="8768" y="5724"/>
                  </a:lnTo>
                  <a:lnTo>
                    <a:pt x="8743" y="5651"/>
                  </a:lnTo>
                  <a:lnTo>
                    <a:pt x="8743" y="5553"/>
                  </a:lnTo>
                  <a:lnTo>
                    <a:pt x="8743" y="5553"/>
                  </a:lnTo>
                  <a:lnTo>
                    <a:pt x="8743" y="5480"/>
                  </a:lnTo>
                  <a:lnTo>
                    <a:pt x="8768" y="5407"/>
                  </a:lnTo>
                  <a:lnTo>
                    <a:pt x="8841" y="5285"/>
                  </a:lnTo>
                  <a:lnTo>
                    <a:pt x="8963" y="5212"/>
                  </a:lnTo>
                  <a:lnTo>
                    <a:pt x="9036" y="5188"/>
                  </a:lnTo>
                  <a:lnTo>
                    <a:pt x="9133" y="5164"/>
                  </a:lnTo>
                  <a:lnTo>
                    <a:pt x="9133" y="5164"/>
                  </a:lnTo>
                  <a:lnTo>
                    <a:pt x="9206" y="5188"/>
                  </a:lnTo>
                  <a:lnTo>
                    <a:pt x="9279" y="5212"/>
                  </a:lnTo>
                  <a:lnTo>
                    <a:pt x="9401" y="5285"/>
                  </a:lnTo>
                  <a:lnTo>
                    <a:pt x="9474" y="5407"/>
                  </a:lnTo>
                  <a:lnTo>
                    <a:pt x="9498" y="5480"/>
                  </a:lnTo>
                  <a:lnTo>
                    <a:pt x="9523" y="5553"/>
                  </a:lnTo>
                  <a:lnTo>
                    <a:pt x="9523" y="5553"/>
                  </a:lnTo>
                  <a:lnTo>
                    <a:pt x="9498" y="5651"/>
                  </a:lnTo>
                  <a:lnTo>
                    <a:pt x="9474" y="5724"/>
                  </a:lnTo>
                  <a:lnTo>
                    <a:pt x="9401" y="5846"/>
                  </a:lnTo>
                  <a:lnTo>
                    <a:pt x="9279" y="5919"/>
                  </a:lnTo>
                  <a:lnTo>
                    <a:pt x="9206" y="5943"/>
                  </a:lnTo>
                  <a:lnTo>
                    <a:pt x="9133" y="5943"/>
                  </a:lnTo>
                  <a:lnTo>
                    <a:pt x="9133" y="5943"/>
                  </a:lnTo>
                  <a:close/>
                  <a:moveTo>
                    <a:pt x="9986" y="4409"/>
                  </a:moveTo>
                  <a:lnTo>
                    <a:pt x="9986" y="4409"/>
                  </a:lnTo>
                  <a:lnTo>
                    <a:pt x="9888" y="4409"/>
                  </a:lnTo>
                  <a:lnTo>
                    <a:pt x="9815" y="4384"/>
                  </a:lnTo>
                  <a:lnTo>
                    <a:pt x="9693" y="4287"/>
                  </a:lnTo>
                  <a:lnTo>
                    <a:pt x="9620" y="4165"/>
                  </a:lnTo>
                  <a:lnTo>
                    <a:pt x="9596" y="4092"/>
                  </a:lnTo>
                  <a:lnTo>
                    <a:pt x="9596" y="4019"/>
                  </a:lnTo>
                  <a:lnTo>
                    <a:pt x="9596" y="4019"/>
                  </a:lnTo>
                  <a:lnTo>
                    <a:pt x="9596" y="3946"/>
                  </a:lnTo>
                  <a:lnTo>
                    <a:pt x="9620" y="3873"/>
                  </a:lnTo>
                  <a:lnTo>
                    <a:pt x="9693" y="3751"/>
                  </a:lnTo>
                  <a:lnTo>
                    <a:pt x="9815" y="3654"/>
                  </a:lnTo>
                  <a:lnTo>
                    <a:pt x="9888" y="3629"/>
                  </a:lnTo>
                  <a:lnTo>
                    <a:pt x="9986" y="3629"/>
                  </a:lnTo>
                  <a:lnTo>
                    <a:pt x="9986" y="3629"/>
                  </a:lnTo>
                  <a:lnTo>
                    <a:pt x="10059" y="3629"/>
                  </a:lnTo>
                  <a:lnTo>
                    <a:pt x="10132" y="3654"/>
                  </a:lnTo>
                  <a:lnTo>
                    <a:pt x="10253" y="3751"/>
                  </a:lnTo>
                  <a:lnTo>
                    <a:pt x="10327" y="3873"/>
                  </a:lnTo>
                  <a:lnTo>
                    <a:pt x="10351" y="3946"/>
                  </a:lnTo>
                  <a:lnTo>
                    <a:pt x="10375" y="4019"/>
                  </a:lnTo>
                  <a:lnTo>
                    <a:pt x="10375" y="4019"/>
                  </a:lnTo>
                  <a:lnTo>
                    <a:pt x="10351" y="4092"/>
                  </a:lnTo>
                  <a:lnTo>
                    <a:pt x="10327" y="4165"/>
                  </a:lnTo>
                  <a:lnTo>
                    <a:pt x="10253" y="4287"/>
                  </a:lnTo>
                  <a:lnTo>
                    <a:pt x="10132" y="4384"/>
                  </a:lnTo>
                  <a:lnTo>
                    <a:pt x="10059" y="4409"/>
                  </a:lnTo>
                  <a:lnTo>
                    <a:pt x="9986" y="4409"/>
                  </a:lnTo>
                  <a:lnTo>
                    <a:pt x="9986" y="4409"/>
                  </a:lnTo>
                  <a:close/>
                  <a:moveTo>
                    <a:pt x="13200" y="4165"/>
                  </a:moveTo>
                  <a:lnTo>
                    <a:pt x="13200" y="4165"/>
                  </a:lnTo>
                  <a:lnTo>
                    <a:pt x="12957" y="3897"/>
                  </a:lnTo>
                  <a:lnTo>
                    <a:pt x="12713" y="3605"/>
                  </a:lnTo>
                  <a:lnTo>
                    <a:pt x="12713" y="3605"/>
                  </a:lnTo>
                  <a:lnTo>
                    <a:pt x="12372" y="3288"/>
                  </a:lnTo>
                  <a:lnTo>
                    <a:pt x="12007" y="3020"/>
                  </a:lnTo>
                  <a:lnTo>
                    <a:pt x="11642" y="2752"/>
                  </a:lnTo>
                  <a:lnTo>
                    <a:pt x="11276" y="2533"/>
                  </a:lnTo>
                  <a:lnTo>
                    <a:pt x="11276" y="2533"/>
                  </a:lnTo>
                  <a:lnTo>
                    <a:pt x="11715" y="2265"/>
                  </a:lnTo>
                  <a:lnTo>
                    <a:pt x="12153" y="2046"/>
                  </a:lnTo>
                  <a:lnTo>
                    <a:pt x="12518" y="1876"/>
                  </a:lnTo>
                  <a:lnTo>
                    <a:pt x="12884" y="1754"/>
                  </a:lnTo>
                  <a:lnTo>
                    <a:pt x="13176" y="1681"/>
                  </a:lnTo>
                  <a:lnTo>
                    <a:pt x="13444" y="1681"/>
                  </a:lnTo>
                  <a:lnTo>
                    <a:pt x="13541" y="1681"/>
                  </a:lnTo>
                  <a:lnTo>
                    <a:pt x="13639" y="1730"/>
                  </a:lnTo>
                  <a:lnTo>
                    <a:pt x="13736" y="1754"/>
                  </a:lnTo>
                  <a:lnTo>
                    <a:pt x="13809" y="1827"/>
                  </a:lnTo>
                  <a:lnTo>
                    <a:pt x="13809" y="1827"/>
                  </a:lnTo>
                  <a:lnTo>
                    <a:pt x="13858" y="1900"/>
                  </a:lnTo>
                  <a:lnTo>
                    <a:pt x="13907" y="1973"/>
                  </a:lnTo>
                  <a:lnTo>
                    <a:pt x="13931" y="2070"/>
                  </a:lnTo>
                  <a:lnTo>
                    <a:pt x="13955" y="2168"/>
                  </a:lnTo>
                  <a:lnTo>
                    <a:pt x="13955" y="2411"/>
                  </a:lnTo>
                  <a:lnTo>
                    <a:pt x="13882" y="2679"/>
                  </a:lnTo>
                  <a:lnTo>
                    <a:pt x="13785" y="3020"/>
                  </a:lnTo>
                  <a:lnTo>
                    <a:pt x="13639" y="3361"/>
                  </a:lnTo>
                  <a:lnTo>
                    <a:pt x="13444" y="3751"/>
                  </a:lnTo>
                  <a:lnTo>
                    <a:pt x="13200" y="4165"/>
                  </a:lnTo>
                  <a:lnTo>
                    <a:pt x="13200" y="4165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66" name="Shape 166"/>
          <p:cNvGrpSpPr/>
          <p:nvPr/>
        </p:nvGrpSpPr>
        <p:grpSpPr>
          <a:xfrm rot="1508271">
            <a:off x="798753" y="1851401"/>
            <a:ext cx="654063" cy="654026"/>
            <a:chOff x="576250" y="4319400"/>
            <a:chExt cx="442075" cy="442050"/>
          </a:xfrm>
        </p:grpSpPr>
        <p:sp>
          <p:nvSpPr>
            <p:cNvPr id="167" name="Shape 167"/>
            <p:cNvSpPr/>
            <p:nvPr/>
          </p:nvSpPr>
          <p:spPr>
            <a:xfrm>
              <a:off x="576250" y="4319400"/>
              <a:ext cx="442075" cy="442050"/>
            </a:xfrm>
            <a:custGeom>
              <a:avLst/>
              <a:gdLst/>
              <a:ahLst/>
              <a:cxnLst/>
              <a:rect l="0" t="0" r="0" b="0"/>
              <a:pathLst>
                <a:path w="17683" h="17682" fill="none" extrusionOk="0">
                  <a:moveTo>
                    <a:pt x="11472" y="17292"/>
                  </a:moveTo>
                  <a:lnTo>
                    <a:pt x="11472" y="12153"/>
                  </a:lnTo>
                  <a:lnTo>
                    <a:pt x="16416" y="7209"/>
                  </a:lnTo>
                  <a:lnTo>
                    <a:pt x="16416" y="7209"/>
                  </a:lnTo>
                  <a:lnTo>
                    <a:pt x="16562" y="7063"/>
                  </a:lnTo>
                  <a:lnTo>
                    <a:pt x="16684" y="6868"/>
                  </a:lnTo>
                  <a:lnTo>
                    <a:pt x="16830" y="6674"/>
                  </a:lnTo>
                  <a:lnTo>
                    <a:pt x="16927" y="6479"/>
                  </a:lnTo>
                  <a:lnTo>
                    <a:pt x="17146" y="6040"/>
                  </a:lnTo>
                  <a:lnTo>
                    <a:pt x="17317" y="5553"/>
                  </a:lnTo>
                  <a:lnTo>
                    <a:pt x="17439" y="5042"/>
                  </a:lnTo>
                  <a:lnTo>
                    <a:pt x="17560" y="4506"/>
                  </a:lnTo>
                  <a:lnTo>
                    <a:pt x="17633" y="3970"/>
                  </a:lnTo>
                  <a:lnTo>
                    <a:pt x="17658" y="3434"/>
                  </a:lnTo>
                  <a:lnTo>
                    <a:pt x="17682" y="2898"/>
                  </a:lnTo>
                  <a:lnTo>
                    <a:pt x="17682" y="2411"/>
                  </a:lnTo>
                  <a:lnTo>
                    <a:pt x="17658" y="1949"/>
                  </a:lnTo>
                  <a:lnTo>
                    <a:pt x="17609" y="1510"/>
                  </a:lnTo>
                  <a:lnTo>
                    <a:pt x="17536" y="1145"/>
                  </a:lnTo>
                  <a:lnTo>
                    <a:pt x="17463" y="828"/>
                  </a:lnTo>
                  <a:lnTo>
                    <a:pt x="17366" y="585"/>
                  </a:lnTo>
                  <a:lnTo>
                    <a:pt x="17292" y="487"/>
                  </a:lnTo>
                  <a:lnTo>
                    <a:pt x="17244" y="439"/>
                  </a:lnTo>
                  <a:lnTo>
                    <a:pt x="17244" y="439"/>
                  </a:lnTo>
                  <a:lnTo>
                    <a:pt x="17195" y="390"/>
                  </a:lnTo>
                  <a:lnTo>
                    <a:pt x="17098" y="317"/>
                  </a:lnTo>
                  <a:lnTo>
                    <a:pt x="16854" y="219"/>
                  </a:lnTo>
                  <a:lnTo>
                    <a:pt x="16537" y="146"/>
                  </a:lnTo>
                  <a:lnTo>
                    <a:pt x="16172" y="73"/>
                  </a:lnTo>
                  <a:lnTo>
                    <a:pt x="15734" y="25"/>
                  </a:lnTo>
                  <a:lnTo>
                    <a:pt x="15271" y="0"/>
                  </a:lnTo>
                  <a:lnTo>
                    <a:pt x="14784" y="0"/>
                  </a:lnTo>
                  <a:lnTo>
                    <a:pt x="14248" y="25"/>
                  </a:lnTo>
                  <a:lnTo>
                    <a:pt x="13712" y="49"/>
                  </a:lnTo>
                  <a:lnTo>
                    <a:pt x="13176" y="122"/>
                  </a:lnTo>
                  <a:lnTo>
                    <a:pt x="12641" y="244"/>
                  </a:lnTo>
                  <a:lnTo>
                    <a:pt x="12129" y="366"/>
                  </a:lnTo>
                  <a:lnTo>
                    <a:pt x="11642" y="536"/>
                  </a:lnTo>
                  <a:lnTo>
                    <a:pt x="11204" y="755"/>
                  </a:lnTo>
                  <a:lnTo>
                    <a:pt x="10985" y="853"/>
                  </a:lnTo>
                  <a:lnTo>
                    <a:pt x="10814" y="999"/>
                  </a:lnTo>
                  <a:lnTo>
                    <a:pt x="10619" y="1121"/>
                  </a:lnTo>
                  <a:lnTo>
                    <a:pt x="10473" y="1267"/>
                  </a:lnTo>
                  <a:lnTo>
                    <a:pt x="5529" y="6211"/>
                  </a:lnTo>
                  <a:lnTo>
                    <a:pt x="390" y="6211"/>
                  </a:lnTo>
                  <a:lnTo>
                    <a:pt x="390" y="6211"/>
                  </a:lnTo>
                  <a:lnTo>
                    <a:pt x="244" y="6235"/>
                  </a:lnTo>
                  <a:lnTo>
                    <a:pt x="147" y="6259"/>
                  </a:lnTo>
                  <a:lnTo>
                    <a:pt x="49" y="6308"/>
                  </a:lnTo>
                  <a:lnTo>
                    <a:pt x="0" y="6381"/>
                  </a:lnTo>
                  <a:lnTo>
                    <a:pt x="0" y="6454"/>
                  </a:lnTo>
                  <a:lnTo>
                    <a:pt x="25" y="6552"/>
                  </a:lnTo>
                  <a:lnTo>
                    <a:pt x="74" y="6649"/>
                  </a:lnTo>
                  <a:lnTo>
                    <a:pt x="171" y="6771"/>
                  </a:lnTo>
                  <a:lnTo>
                    <a:pt x="2582" y="9158"/>
                  </a:lnTo>
                  <a:lnTo>
                    <a:pt x="2265" y="9474"/>
                  </a:lnTo>
                  <a:lnTo>
                    <a:pt x="950" y="9718"/>
                  </a:lnTo>
                  <a:lnTo>
                    <a:pt x="950" y="9718"/>
                  </a:lnTo>
                  <a:lnTo>
                    <a:pt x="804" y="9767"/>
                  </a:lnTo>
                  <a:lnTo>
                    <a:pt x="682" y="9815"/>
                  </a:lnTo>
                  <a:lnTo>
                    <a:pt x="609" y="9913"/>
                  </a:lnTo>
                  <a:lnTo>
                    <a:pt x="561" y="9986"/>
                  </a:lnTo>
                  <a:lnTo>
                    <a:pt x="561" y="10083"/>
                  </a:lnTo>
                  <a:lnTo>
                    <a:pt x="585" y="10205"/>
                  </a:lnTo>
                  <a:lnTo>
                    <a:pt x="634" y="10302"/>
                  </a:lnTo>
                  <a:lnTo>
                    <a:pt x="731" y="10424"/>
                  </a:lnTo>
                  <a:lnTo>
                    <a:pt x="7258" y="16951"/>
                  </a:lnTo>
                  <a:lnTo>
                    <a:pt x="7258" y="16951"/>
                  </a:lnTo>
                  <a:lnTo>
                    <a:pt x="7380" y="17049"/>
                  </a:lnTo>
                  <a:lnTo>
                    <a:pt x="7477" y="17097"/>
                  </a:lnTo>
                  <a:lnTo>
                    <a:pt x="7599" y="17122"/>
                  </a:lnTo>
                  <a:lnTo>
                    <a:pt x="7697" y="17122"/>
                  </a:lnTo>
                  <a:lnTo>
                    <a:pt x="7770" y="17073"/>
                  </a:lnTo>
                  <a:lnTo>
                    <a:pt x="7867" y="17000"/>
                  </a:lnTo>
                  <a:lnTo>
                    <a:pt x="7916" y="16878"/>
                  </a:lnTo>
                  <a:lnTo>
                    <a:pt x="7965" y="16732"/>
                  </a:lnTo>
                  <a:lnTo>
                    <a:pt x="8208" y="15417"/>
                  </a:lnTo>
                  <a:lnTo>
                    <a:pt x="8525" y="15100"/>
                  </a:lnTo>
                  <a:lnTo>
                    <a:pt x="10911" y="17511"/>
                  </a:lnTo>
                  <a:lnTo>
                    <a:pt x="10911" y="17511"/>
                  </a:lnTo>
                  <a:lnTo>
                    <a:pt x="11033" y="17609"/>
                  </a:lnTo>
                  <a:lnTo>
                    <a:pt x="11131" y="17658"/>
                  </a:lnTo>
                  <a:lnTo>
                    <a:pt x="11228" y="17682"/>
                  </a:lnTo>
                  <a:lnTo>
                    <a:pt x="11301" y="17682"/>
                  </a:lnTo>
                  <a:lnTo>
                    <a:pt x="11374" y="17633"/>
                  </a:lnTo>
                  <a:lnTo>
                    <a:pt x="11423" y="17536"/>
                  </a:lnTo>
                  <a:lnTo>
                    <a:pt x="11447" y="17438"/>
                  </a:lnTo>
                  <a:lnTo>
                    <a:pt x="11472" y="17292"/>
                  </a:lnTo>
                  <a:lnTo>
                    <a:pt x="11472" y="17292"/>
                  </a:lnTo>
                  <a:close/>
                  <a:moveTo>
                    <a:pt x="6162" y="12202"/>
                  </a:moveTo>
                  <a:lnTo>
                    <a:pt x="6162" y="12202"/>
                  </a:lnTo>
                  <a:lnTo>
                    <a:pt x="6089" y="12275"/>
                  </a:lnTo>
                  <a:lnTo>
                    <a:pt x="6016" y="12324"/>
                  </a:lnTo>
                  <a:lnTo>
                    <a:pt x="5919" y="12348"/>
                  </a:lnTo>
                  <a:lnTo>
                    <a:pt x="5821" y="12348"/>
                  </a:lnTo>
                  <a:lnTo>
                    <a:pt x="5724" y="12348"/>
                  </a:lnTo>
                  <a:lnTo>
                    <a:pt x="5626" y="12324"/>
                  </a:lnTo>
                  <a:lnTo>
                    <a:pt x="5553" y="12275"/>
                  </a:lnTo>
                  <a:lnTo>
                    <a:pt x="5480" y="12202"/>
                  </a:lnTo>
                  <a:lnTo>
                    <a:pt x="5480" y="12202"/>
                  </a:lnTo>
                  <a:lnTo>
                    <a:pt x="5407" y="12129"/>
                  </a:lnTo>
                  <a:lnTo>
                    <a:pt x="5359" y="12056"/>
                  </a:lnTo>
                  <a:lnTo>
                    <a:pt x="5334" y="11959"/>
                  </a:lnTo>
                  <a:lnTo>
                    <a:pt x="5334" y="11861"/>
                  </a:lnTo>
                  <a:lnTo>
                    <a:pt x="5334" y="11764"/>
                  </a:lnTo>
                  <a:lnTo>
                    <a:pt x="5359" y="11666"/>
                  </a:lnTo>
                  <a:lnTo>
                    <a:pt x="5407" y="11593"/>
                  </a:lnTo>
                  <a:lnTo>
                    <a:pt x="5480" y="11520"/>
                  </a:lnTo>
                  <a:lnTo>
                    <a:pt x="8013" y="8987"/>
                  </a:lnTo>
                  <a:lnTo>
                    <a:pt x="8013" y="8987"/>
                  </a:lnTo>
                  <a:lnTo>
                    <a:pt x="8086" y="8939"/>
                  </a:lnTo>
                  <a:lnTo>
                    <a:pt x="8159" y="8890"/>
                  </a:lnTo>
                  <a:lnTo>
                    <a:pt x="8257" y="8865"/>
                  </a:lnTo>
                  <a:lnTo>
                    <a:pt x="8354" y="8841"/>
                  </a:lnTo>
                  <a:lnTo>
                    <a:pt x="8452" y="8865"/>
                  </a:lnTo>
                  <a:lnTo>
                    <a:pt x="8525" y="8890"/>
                  </a:lnTo>
                  <a:lnTo>
                    <a:pt x="8622" y="8939"/>
                  </a:lnTo>
                  <a:lnTo>
                    <a:pt x="8695" y="8987"/>
                  </a:lnTo>
                  <a:lnTo>
                    <a:pt x="8695" y="8987"/>
                  </a:lnTo>
                  <a:lnTo>
                    <a:pt x="8744" y="9060"/>
                  </a:lnTo>
                  <a:lnTo>
                    <a:pt x="8793" y="9158"/>
                  </a:lnTo>
                  <a:lnTo>
                    <a:pt x="8817" y="9231"/>
                  </a:lnTo>
                  <a:lnTo>
                    <a:pt x="8841" y="9328"/>
                  </a:lnTo>
                  <a:lnTo>
                    <a:pt x="8817" y="9426"/>
                  </a:lnTo>
                  <a:lnTo>
                    <a:pt x="8793" y="9523"/>
                  </a:lnTo>
                  <a:lnTo>
                    <a:pt x="8744" y="9596"/>
                  </a:lnTo>
                  <a:lnTo>
                    <a:pt x="8695" y="9669"/>
                  </a:lnTo>
                  <a:lnTo>
                    <a:pt x="6162" y="12202"/>
                  </a:lnTo>
                  <a:close/>
                  <a:moveTo>
                    <a:pt x="13396" y="7307"/>
                  </a:moveTo>
                  <a:lnTo>
                    <a:pt x="13396" y="7307"/>
                  </a:lnTo>
                  <a:lnTo>
                    <a:pt x="13274" y="7404"/>
                  </a:lnTo>
                  <a:lnTo>
                    <a:pt x="13152" y="7477"/>
                  </a:lnTo>
                  <a:lnTo>
                    <a:pt x="13006" y="7526"/>
                  </a:lnTo>
                  <a:lnTo>
                    <a:pt x="12836" y="7550"/>
                  </a:lnTo>
                  <a:lnTo>
                    <a:pt x="12689" y="7526"/>
                  </a:lnTo>
                  <a:lnTo>
                    <a:pt x="12543" y="7477"/>
                  </a:lnTo>
                  <a:lnTo>
                    <a:pt x="12421" y="7404"/>
                  </a:lnTo>
                  <a:lnTo>
                    <a:pt x="12300" y="7307"/>
                  </a:lnTo>
                  <a:lnTo>
                    <a:pt x="10376" y="5383"/>
                  </a:lnTo>
                  <a:lnTo>
                    <a:pt x="10376" y="5383"/>
                  </a:lnTo>
                  <a:lnTo>
                    <a:pt x="10278" y="5261"/>
                  </a:lnTo>
                  <a:lnTo>
                    <a:pt x="10205" y="5139"/>
                  </a:lnTo>
                  <a:lnTo>
                    <a:pt x="10156" y="4993"/>
                  </a:lnTo>
                  <a:lnTo>
                    <a:pt x="10132" y="4847"/>
                  </a:lnTo>
                  <a:lnTo>
                    <a:pt x="10156" y="4676"/>
                  </a:lnTo>
                  <a:lnTo>
                    <a:pt x="10205" y="4530"/>
                  </a:lnTo>
                  <a:lnTo>
                    <a:pt x="10278" y="4408"/>
                  </a:lnTo>
                  <a:lnTo>
                    <a:pt x="10376" y="4287"/>
                  </a:lnTo>
                  <a:lnTo>
                    <a:pt x="10376" y="4287"/>
                  </a:lnTo>
                  <a:lnTo>
                    <a:pt x="11326" y="3313"/>
                  </a:lnTo>
                  <a:lnTo>
                    <a:pt x="11326" y="3313"/>
                  </a:lnTo>
                  <a:lnTo>
                    <a:pt x="11496" y="3166"/>
                  </a:lnTo>
                  <a:lnTo>
                    <a:pt x="11666" y="3045"/>
                  </a:lnTo>
                  <a:lnTo>
                    <a:pt x="11861" y="2947"/>
                  </a:lnTo>
                  <a:lnTo>
                    <a:pt x="12032" y="2850"/>
                  </a:lnTo>
                  <a:lnTo>
                    <a:pt x="12227" y="2777"/>
                  </a:lnTo>
                  <a:lnTo>
                    <a:pt x="12446" y="2728"/>
                  </a:lnTo>
                  <a:lnTo>
                    <a:pt x="12641" y="2704"/>
                  </a:lnTo>
                  <a:lnTo>
                    <a:pt x="12836" y="2704"/>
                  </a:lnTo>
                  <a:lnTo>
                    <a:pt x="13055" y="2704"/>
                  </a:lnTo>
                  <a:lnTo>
                    <a:pt x="13250" y="2728"/>
                  </a:lnTo>
                  <a:lnTo>
                    <a:pt x="13469" y="2777"/>
                  </a:lnTo>
                  <a:lnTo>
                    <a:pt x="13664" y="2850"/>
                  </a:lnTo>
                  <a:lnTo>
                    <a:pt x="13834" y="2947"/>
                  </a:lnTo>
                  <a:lnTo>
                    <a:pt x="14029" y="3045"/>
                  </a:lnTo>
                  <a:lnTo>
                    <a:pt x="14199" y="3166"/>
                  </a:lnTo>
                  <a:lnTo>
                    <a:pt x="14370" y="3313"/>
                  </a:lnTo>
                  <a:lnTo>
                    <a:pt x="14370" y="3313"/>
                  </a:lnTo>
                  <a:lnTo>
                    <a:pt x="14516" y="3483"/>
                  </a:lnTo>
                  <a:lnTo>
                    <a:pt x="14638" y="3653"/>
                  </a:lnTo>
                  <a:lnTo>
                    <a:pt x="14735" y="3848"/>
                  </a:lnTo>
                  <a:lnTo>
                    <a:pt x="14833" y="4019"/>
                  </a:lnTo>
                  <a:lnTo>
                    <a:pt x="14906" y="4214"/>
                  </a:lnTo>
                  <a:lnTo>
                    <a:pt x="14954" y="4433"/>
                  </a:lnTo>
                  <a:lnTo>
                    <a:pt x="14979" y="4628"/>
                  </a:lnTo>
                  <a:lnTo>
                    <a:pt x="14979" y="4847"/>
                  </a:lnTo>
                  <a:lnTo>
                    <a:pt x="14979" y="5042"/>
                  </a:lnTo>
                  <a:lnTo>
                    <a:pt x="14954" y="5237"/>
                  </a:lnTo>
                  <a:lnTo>
                    <a:pt x="14906" y="5456"/>
                  </a:lnTo>
                  <a:lnTo>
                    <a:pt x="14833" y="5651"/>
                  </a:lnTo>
                  <a:lnTo>
                    <a:pt x="14735" y="5821"/>
                  </a:lnTo>
                  <a:lnTo>
                    <a:pt x="14638" y="6016"/>
                  </a:lnTo>
                  <a:lnTo>
                    <a:pt x="14516" y="6186"/>
                  </a:lnTo>
                  <a:lnTo>
                    <a:pt x="14370" y="6357"/>
                  </a:lnTo>
                  <a:lnTo>
                    <a:pt x="14370" y="6357"/>
                  </a:lnTo>
                  <a:lnTo>
                    <a:pt x="13396" y="7307"/>
                  </a:lnTo>
                  <a:lnTo>
                    <a:pt x="13396" y="7307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Shape 168"/>
            <p:cNvSpPr/>
            <p:nvPr/>
          </p:nvSpPr>
          <p:spPr>
            <a:xfrm>
              <a:off x="595725" y="4668875"/>
              <a:ext cx="73100" cy="73100"/>
            </a:xfrm>
            <a:custGeom>
              <a:avLst/>
              <a:gdLst/>
              <a:ahLst/>
              <a:cxnLst/>
              <a:rect l="0" t="0" r="0" b="0"/>
              <a:pathLst>
                <a:path w="2924" h="2924" fill="none" extrusionOk="0">
                  <a:moveTo>
                    <a:pt x="2656" y="269"/>
                  </a:moveTo>
                  <a:lnTo>
                    <a:pt x="2656" y="269"/>
                  </a:lnTo>
                  <a:lnTo>
                    <a:pt x="2509" y="147"/>
                  </a:lnTo>
                  <a:lnTo>
                    <a:pt x="2363" y="74"/>
                  </a:lnTo>
                  <a:lnTo>
                    <a:pt x="2193" y="25"/>
                  </a:lnTo>
                  <a:lnTo>
                    <a:pt x="2022" y="1"/>
                  </a:lnTo>
                  <a:lnTo>
                    <a:pt x="1852" y="25"/>
                  </a:lnTo>
                  <a:lnTo>
                    <a:pt x="1681" y="74"/>
                  </a:lnTo>
                  <a:lnTo>
                    <a:pt x="1511" y="147"/>
                  </a:lnTo>
                  <a:lnTo>
                    <a:pt x="1365" y="269"/>
                  </a:lnTo>
                  <a:lnTo>
                    <a:pt x="1365" y="269"/>
                  </a:lnTo>
                  <a:lnTo>
                    <a:pt x="1219" y="488"/>
                  </a:lnTo>
                  <a:lnTo>
                    <a:pt x="999" y="829"/>
                  </a:lnTo>
                  <a:lnTo>
                    <a:pt x="561" y="1730"/>
                  </a:lnTo>
                  <a:lnTo>
                    <a:pt x="171" y="2558"/>
                  </a:lnTo>
                  <a:lnTo>
                    <a:pt x="1" y="2924"/>
                  </a:lnTo>
                  <a:lnTo>
                    <a:pt x="1" y="2924"/>
                  </a:lnTo>
                  <a:lnTo>
                    <a:pt x="366" y="2753"/>
                  </a:lnTo>
                  <a:lnTo>
                    <a:pt x="1194" y="2363"/>
                  </a:lnTo>
                  <a:lnTo>
                    <a:pt x="2095" y="1925"/>
                  </a:lnTo>
                  <a:lnTo>
                    <a:pt x="2436" y="1706"/>
                  </a:lnTo>
                  <a:lnTo>
                    <a:pt x="2656" y="1560"/>
                  </a:lnTo>
                  <a:lnTo>
                    <a:pt x="2656" y="1560"/>
                  </a:lnTo>
                  <a:lnTo>
                    <a:pt x="2777" y="1414"/>
                  </a:lnTo>
                  <a:lnTo>
                    <a:pt x="2850" y="1243"/>
                  </a:lnTo>
                  <a:lnTo>
                    <a:pt x="2899" y="1073"/>
                  </a:lnTo>
                  <a:lnTo>
                    <a:pt x="2923" y="902"/>
                  </a:lnTo>
                  <a:lnTo>
                    <a:pt x="2899" y="732"/>
                  </a:lnTo>
                  <a:lnTo>
                    <a:pt x="2850" y="561"/>
                  </a:lnTo>
                  <a:lnTo>
                    <a:pt x="2777" y="415"/>
                  </a:lnTo>
                  <a:lnTo>
                    <a:pt x="2656" y="269"/>
                  </a:lnTo>
                  <a:lnTo>
                    <a:pt x="2656" y="269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9" name="Shape 169"/>
            <p:cNvSpPr/>
            <p:nvPr/>
          </p:nvSpPr>
          <p:spPr>
            <a:xfrm>
              <a:off x="652350" y="4711500"/>
              <a:ext cx="46925" cy="46925"/>
            </a:xfrm>
            <a:custGeom>
              <a:avLst/>
              <a:gdLst/>
              <a:ahLst/>
              <a:cxnLst/>
              <a:rect l="0" t="0" r="0" b="0"/>
              <a:pathLst>
                <a:path w="1877" h="1877" fill="none" extrusionOk="0">
                  <a:moveTo>
                    <a:pt x="1657" y="244"/>
                  </a:moveTo>
                  <a:lnTo>
                    <a:pt x="1657" y="244"/>
                  </a:lnTo>
                  <a:lnTo>
                    <a:pt x="1535" y="147"/>
                  </a:lnTo>
                  <a:lnTo>
                    <a:pt x="1413" y="74"/>
                  </a:lnTo>
                  <a:lnTo>
                    <a:pt x="1267" y="25"/>
                  </a:lnTo>
                  <a:lnTo>
                    <a:pt x="1121" y="1"/>
                  </a:lnTo>
                  <a:lnTo>
                    <a:pt x="975" y="25"/>
                  </a:lnTo>
                  <a:lnTo>
                    <a:pt x="829" y="74"/>
                  </a:lnTo>
                  <a:lnTo>
                    <a:pt x="707" y="147"/>
                  </a:lnTo>
                  <a:lnTo>
                    <a:pt x="585" y="244"/>
                  </a:lnTo>
                  <a:lnTo>
                    <a:pt x="585" y="244"/>
                  </a:lnTo>
                  <a:lnTo>
                    <a:pt x="464" y="391"/>
                  </a:lnTo>
                  <a:lnTo>
                    <a:pt x="366" y="610"/>
                  </a:lnTo>
                  <a:lnTo>
                    <a:pt x="269" y="878"/>
                  </a:lnTo>
                  <a:lnTo>
                    <a:pt x="171" y="1170"/>
                  </a:lnTo>
                  <a:lnTo>
                    <a:pt x="50" y="1681"/>
                  </a:lnTo>
                  <a:lnTo>
                    <a:pt x="1" y="1876"/>
                  </a:lnTo>
                  <a:lnTo>
                    <a:pt x="1" y="1876"/>
                  </a:lnTo>
                  <a:lnTo>
                    <a:pt x="220" y="1852"/>
                  </a:lnTo>
                  <a:lnTo>
                    <a:pt x="731" y="1706"/>
                  </a:lnTo>
                  <a:lnTo>
                    <a:pt x="999" y="1633"/>
                  </a:lnTo>
                  <a:lnTo>
                    <a:pt x="1267" y="1535"/>
                  </a:lnTo>
                  <a:lnTo>
                    <a:pt x="1511" y="1413"/>
                  </a:lnTo>
                  <a:lnTo>
                    <a:pt x="1657" y="1316"/>
                  </a:lnTo>
                  <a:lnTo>
                    <a:pt x="1657" y="1316"/>
                  </a:lnTo>
                  <a:lnTo>
                    <a:pt x="1754" y="1194"/>
                  </a:lnTo>
                  <a:lnTo>
                    <a:pt x="1827" y="1048"/>
                  </a:lnTo>
                  <a:lnTo>
                    <a:pt x="1876" y="926"/>
                  </a:lnTo>
                  <a:lnTo>
                    <a:pt x="1876" y="780"/>
                  </a:lnTo>
                  <a:lnTo>
                    <a:pt x="1876" y="634"/>
                  </a:lnTo>
                  <a:lnTo>
                    <a:pt x="1827" y="488"/>
                  </a:lnTo>
                  <a:lnTo>
                    <a:pt x="1754" y="366"/>
                  </a:lnTo>
                  <a:lnTo>
                    <a:pt x="1657" y="244"/>
                  </a:lnTo>
                  <a:lnTo>
                    <a:pt x="1657" y="244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Shape 170"/>
            <p:cNvSpPr/>
            <p:nvPr/>
          </p:nvSpPr>
          <p:spPr>
            <a:xfrm>
              <a:off x="579300" y="4638450"/>
              <a:ext cx="46900" cy="46900"/>
            </a:xfrm>
            <a:custGeom>
              <a:avLst/>
              <a:gdLst/>
              <a:ahLst/>
              <a:cxnLst/>
              <a:rect l="0" t="0" r="0" b="0"/>
              <a:pathLst>
                <a:path w="1876" h="1876" fill="none" extrusionOk="0">
                  <a:moveTo>
                    <a:pt x="1632" y="219"/>
                  </a:moveTo>
                  <a:lnTo>
                    <a:pt x="1632" y="219"/>
                  </a:lnTo>
                  <a:lnTo>
                    <a:pt x="1510" y="122"/>
                  </a:lnTo>
                  <a:lnTo>
                    <a:pt x="1388" y="49"/>
                  </a:lnTo>
                  <a:lnTo>
                    <a:pt x="1242" y="0"/>
                  </a:lnTo>
                  <a:lnTo>
                    <a:pt x="1096" y="0"/>
                  </a:lnTo>
                  <a:lnTo>
                    <a:pt x="950" y="0"/>
                  </a:lnTo>
                  <a:lnTo>
                    <a:pt x="828" y="49"/>
                  </a:lnTo>
                  <a:lnTo>
                    <a:pt x="682" y="122"/>
                  </a:lnTo>
                  <a:lnTo>
                    <a:pt x="560" y="219"/>
                  </a:lnTo>
                  <a:lnTo>
                    <a:pt x="560" y="219"/>
                  </a:lnTo>
                  <a:lnTo>
                    <a:pt x="463" y="366"/>
                  </a:lnTo>
                  <a:lnTo>
                    <a:pt x="341" y="609"/>
                  </a:lnTo>
                  <a:lnTo>
                    <a:pt x="244" y="877"/>
                  </a:lnTo>
                  <a:lnTo>
                    <a:pt x="171" y="1145"/>
                  </a:lnTo>
                  <a:lnTo>
                    <a:pt x="25" y="1656"/>
                  </a:lnTo>
                  <a:lnTo>
                    <a:pt x="0" y="1876"/>
                  </a:lnTo>
                  <a:lnTo>
                    <a:pt x="0" y="1876"/>
                  </a:lnTo>
                  <a:lnTo>
                    <a:pt x="195" y="1827"/>
                  </a:lnTo>
                  <a:lnTo>
                    <a:pt x="707" y="1705"/>
                  </a:lnTo>
                  <a:lnTo>
                    <a:pt x="999" y="1608"/>
                  </a:lnTo>
                  <a:lnTo>
                    <a:pt x="1267" y="1510"/>
                  </a:lnTo>
                  <a:lnTo>
                    <a:pt x="1486" y="1413"/>
                  </a:lnTo>
                  <a:lnTo>
                    <a:pt x="1632" y="1291"/>
                  </a:lnTo>
                  <a:lnTo>
                    <a:pt x="1632" y="1291"/>
                  </a:lnTo>
                  <a:lnTo>
                    <a:pt x="1729" y="1169"/>
                  </a:lnTo>
                  <a:lnTo>
                    <a:pt x="1802" y="1048"/>
                  </a:lnTo>
                  <a:lnTo>
                    <a:pt x="1851" y="901"/>
                  </a:lnTo>
                  <a:lnTo>
                    <a:pt x="1876" y="755"/>
                  </a:lnTo>
                  <a:lnTo>
                    <a:pt x="1851" y="609"/>
                  </a:lnTo>
                  <a:lnTo>
                    <a:pt x="1802" y="463"/>
                  </a:lnTo>
                  <a:lnTo>
                    <a:pt x="1729" y="341"/>
                  </a:lnTo>
                  <a:lnTo>
                    <a:pt x="1632" y="219"/>
                  </a:lnTo>
                  <a:lnTo>
                    <a:pt x="1632" y="219"/>
                  </a:lnTo>
                  <a:close/>
                </a:path>
              </a:pathLst>
            </a:custGeom>
            <a:noFill/>
            <a:ln w="19050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1" name="Shape 171"/>
          <p:cNvSpPr/>
          <p:nvPr/>
        </p:nvSpPr>
        <p:spPr>
          <a:xfrm>
            <a:off x="6410281" y="713293"/>
            <a:ext cx="248676" cy="237445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Shape 172"/>
          <p:cNvSpPr/>
          <p:nvPr/>
        </p:nvSpPr>
        <p:spPr>
          <a:xfrm rot="2697569">
            <a:off x="8048925" y="1928866"/>
            <a:ext cx="377468" cy="360421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Shape 173"/>
          <p:cNvSpPr/>
          <p:nvPr/>
        </p:nvSpPr>
        <p:spPr>
          <a:xfrm>
            <a:off x="8347545" y="1723093"/>
            <a:ext cx="151199" cy="144406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Shape 174"/>
          <p:cNvSpPr/>
          <p:nvPr/>
        </p:nvSpPr>
        <p:spPr>
          <a:xfrm rot="1280187">
            <a:off x="6238008" y="1429475"/>
            <a:ext cx="151179" cy="144398"/>
          </a:xfrm>
          <a:custGeom>
            <a:avLst/>
            <a:gdLst/>
            <a:ahLst/>
            <a:cxnLst/>
            <a:rect l="0" t="0" r="0" b="0"/>
            <a:pathLst>
              <a:path w="15101" h="14419" fill="none" extrusionOk="0">
                <a:moveTo>
                  <a:pt x="7234" y="293"/>
                </a:moveTo>
                <a:lnTo>
                  <a:pt x="7234" y="293"/>
                </a:lnTo>
                <a:lnTo>
                  <a:pt x="7307" y="171"/>
                </a:lnTo>
                <a:lnTo>
                  <a:pt x="7380" y="74"/>
                </a:lnTo>
                <a:lnTo>
                  <a:pt x="7477" y="25"/>
                </a:lnTo>
                <a:lnTo>
                  <a:pt x="7550" y="1"/>
                </a:lnTo>
                <a:lnTo>
                  <a:pt x="7623" y="25"/>
                </a:lnTo>
                <a:lnTo>
                  <a:pt x="7721" y="74"/>
                </a:lnTo>
                <a:lnTo>
                  <a:pt x="7794" y="171"/>
                </a:lnTo>
                <a:lnTo>
                  <a:pt x="7867" y="293"/>
                </a:lnTo>
                <a:lnTo>
                  <a:pt x="9523" y="4092"/>
                </a:lnTo>
                <a:lnTo>
                  <a:pt x="9523" y="4092"/>
                </a:lnTo>
                <a:lnTo>
                  <a:pt x="9596" y="4214"/>
                </a:lnTo>
                <a:lnTo>
                  <a:pt x="9718" y="4360"/>
                </a:lnTo>
                <a:lnTo>
                  <a:pt x="9840" y="4482"/>
                </a:lnTo>
                <a:lnTo>
                  <a:pt x="9986" y="4604"/>
                </a:lnTo>
                <a:lnTo>
                  <a:pt x="10132" y="4701"/>
                </a:lnTo>
                <a:lnTo>
                  <a:pt x="10302" y="4774"/>
                </a:lnTo>
                <a:lnTo>
                  <a:pt x="10449" y="4847"/>
                </a:lnTo>
                <a:lnTo>
                  <a:pt x="10619" y="4872"/>
                </a:lnTo>
                <a:lnTo>
                  <a:pt x="14711" y="5286"/>
                </a:lnTo>
                <a:lnTo>
                  <a:pt x="14711" y="5286"/>
                </a:lnTo>
                <a:lnTo>
                  <a:pt x="14857" y="5310"/>
                </a:lnTo>
                <a:lnTo>
                  <a:pt x="14979" y="5359"/>
                </a:lnTo>
                <a:lnTo>
                  <a:pt x="15052" y="5407"/>
                </a:lnTo>
                <a:lnTo>
                  <a:pt x="15100" y="5505"/>
                </a:lnTo>
                <a:lnTo>
                  <a:pt x="15100" y="5578"/>
                </a:lnTo>
                <a:lnTo>
                  <a:pt x="15076" y="5675"/>
                </a:lnTo>
                <a:lnTo>
                  <a:pt x="15027" y="5773"/>
                </a:lnTo>
                <a:lnTo>
                  <a:pt x="14906" y="5895"/>
                </a:lnTo>
                <a:lnTo>
                  <a:pt x="11837" y="8622"/>
                </a:lnTo>
                <a:lnTo>
                  <a:pt x="11837" y="8622"/>
                </a:lnTo>
                <a:lnTo>
                  <a:pt x="11715" y="8744"/>
                </a:lnTo>
                <a:lnTo>
                  <a:pt x="11618" y="8890"/>
                </a:lnTo>
                <a:lnTo>
                  <a:pt x="11545" y="9061"/>
                </a:lnTo>
                <a:lnTo>
                  <a:pt x="11472" y="9231"/>
                </a:lnTo>
                <a:lnTo>
                  <a:pt x="11423" y="9402"/>
                </a:lnTo>
                <a:lnTo>
                  <a:pt x="11398" y="9572"/>
                </a:lnTo>
                <a:lnTo>
                  <a:pt x="11398" y="9743"/>
                </a:lnTo>
                <a:lnTo>
                  <a:pt x="11423" y="9913"/>
                </a:lnTo>
                <a:lnTo>
                  <a:pt x="12300" y="13956"/>
                </a:lnTo>
                <a:lnTo>
                  <a:pt x="12300" y="13956"/>
                </a:lnTo>
                <a:lnTo>
                  <a:pt x="12324" y="14102"/>
                </a:lnTo>
                <a:lnTo>
                  <a:pt x="12300" y="14200"/>
                </a:lnTo>
                <a:lnTo>
                  <a:pt x="12275" y="14297"/>
                </a:lnTo>
                <a:lnTo>
                  <a:pt x="12227" y="14370"/>
                </a:lnTo>
                <a:lnTo>
                  <a:pt x="12129" y="14394"/>
                </a:lnTo>
                <a:lnTo>
                  <a:pt x="12032" y="14419"/>
                </a:lnTo>
                <a:lnTo>
                  <a:pt x="11910" y="14370"/>
                </a:lnTo>
                <a:lnTo>
                  <a:pt x="11788" y="14321"/>
                </a:lnTo>
                <a:lnTo>
                  <a:pt x="8232" y="12227"/>
                </a:lnTo>
                <a:lnTo>
                  <a:pt x="8232" y="12227"/>
                </a:lnTo>
                <a:lnTo>
                  <a:pt x="8086" y="12154"/>
                </a:lnTo>
                <a:lnTo>
                  <a:pt x="7916" y="12105"/>
                </a:lnTo>
                <a:lnTo>
                  <a:pt x="7721" y="12081"/>
                </a:lnTo>
                <a:lnTo>
                  <a:pt x="7550" y="12081"/>
                </a:lnTo>
                <a:lnTo>
                  <a:pt x="7380" y="12081"/>
                </a:lnTo>
                <a:lnTo>
                  <a:pt x="7185" y="12105"/>
                </a:lnTo>
                <a:lnTo>
                  <a:pt x="7015" y="12154"/>
                </a:lnTo>
                <a:lnTo>
                  <a:pt x="6868" y="12227"/>
                </a:lnTo>
                <a:lnTo>
                  <a:pt x="3313" y="14321"/>
                </a:lnTo>
                <a:lnTo>
                  <a:pt x="3313" y="14321"/>
                </a:lnTo>
                <a:lnTo>
                  <a:pt x="3191" y="14370"/>
                </a:lnTo>
                <a:lnTo>
                  <a:pt x="3069" y="14419"/>
                </a:lnTo>
                <a:lnTo>
                  <a:pt x="2972" y="14394"/>
                </a:lnTo>
                <a:lnTo>
                  <a:pt x="2874" y="14370"/>
                </a:lnTo>
                <a:lnTo>
                  <a:pt x="2826" y="14297"/>
                </a:lnTo>
                <a:lnTo>
                  <a:pt x="2801" y="14200"/>
                </a:lnTo>
                <a:lnTo>
                  <a:pt x="2777" y="14102"/>
                </a:lnTo>
                <a:lnTo>
                  <a:pt x="2801" y="13956"/>
                </a:lnTo>
                <a:lnTo>
                  <a:pt x="3678" y="9913"/>
                </a:lnTo>
                <a:lnTo>
                  <a:pt x="3678" y="9913"/>
                </a:lnTo>
                <a:lnTo>
                  <a:pt x="3702" y="9743"/>
                </a:lnTo>
                <a:lnTo>
                  <a:pt x="3702" y="9572"/>
                </a:lnTo>
                <a:lnTo>
                  <a:pt x="3678" y="9402"/>
                </a:lnTo>
                <a:lnTo>
                  <a:pt x="3629" y="9231"/>
                </a:lnTo>
                <a:lnTo>
                  <a:pt x="3556" y="9061"/>
                </a:lnTo>
                <a:lnTo>
                  <a:pt x="3483" y="8890"/>
                </a:lnTo>
                <a:lnTo>
                  <a:pt x="3386" y="8744"/>
                </a:lnTo>
                <a:lnTo>
                  <a:pt x="3264" y="8622"/>
                </a:lnTo>
                <a:lnTo>
                  <a:pt x="195" y="5895"/>
                </a:lnTo>
                <a:lnTo>
                  <a:pt x="195" y="5895"/>
                </a:lnTo>
                <a:lnTo>
                  <a:pt x="73" y="5773"/>
                </a:lnTo>
                <a:lnTo>
                  <a:pt x="25" y="5675"/>
                </a:lnTo>
                <a:lnTo>
                  <a:pt x="0" y="5578"/>
                </a:lnTo>
                <a:lnTo>
                  <a:pt x="0" y="5505"/>
                </a:lnTo>
                <a:lnTo>
                  <a:pt x="49" y="5407"/>
                </a:lnTo>
                <a:lnTo>
                  <a:pt x="122" y="5359"/>
                </a:lnTo>
                <a:lnTo>
                  <a:pt x="244" y="5310"/>
                </a:lnTo>
                <a:lnTo>
                  <a:pt x="390" y="5286"/>
                </a:lnTo>
                <a:lnTo>
                  <a:pt x="4482" y="4872"/>
                </a:lnTo>
                <a:lnTo>
                  <a:pt x="4482" y="4872"/>
                </a:lnTo>
                <a:lnTo>
                  <a:pt x="4652" y="4847"/>
                </a:lnTo>
                <a:lnTo>
                  <a:pt x="4798" y="4774"/>
                </a:lnTo>
                <a:lnTo>
                  <a:pt x="4969" y="4701"/>
                </a:lnTo>
                <a:lnTo>
                  <a:pt x="5115" y="4604"/>
                </a:lnTo>
                <a:lnTo>
                  <a:pt x="5261" y="4482"/>
                </a:lnTo>
                <a:lnTo>
                  <a:pt x="5383" y="4360"/>
                </a:lnTo>
                <a:lnTo>
                  <a:pt x="5505" y="4214"/>
                </a:lnTo>
                <a:lnTo>
                  <a:pt x="5578" y="4092"/>
                </a:lnTo>
                <a:lnTo>
                  <a:pt x="7234" y="293"/>
                </a:lnTo>
                <a:close/>
              </a:path>
            </a:pathLst>
          </a:custGeom>
          <a:noFill/>
          <a:ln w="19050" cap="rnd" cmpd="sng">
            <a:solidFill>
              <a:srgbClr val="FFFF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Shape 17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</a:t>
            </a:fld>
            <a:endParaRPr/>
          </a:p>
        </p:txBody>
      </p:sp>
      <p:sp>
        <p:nvSpPr>
          <p:cNvPr id="176" name="Shape 176"/>
          <p:cNvSpPr/>
          <p:nvPr/>
        </p:nvSpPr>
        <p:spPr>
          <a:xfrm>
            <a:off x="1635350" y="1665933"/>
            <a:ext cx="5956025" cy="1074500"/>
          </a:xfrm>
          <a:custGeom>
            <a:avLst/>
            <a:gdLst/>
            <a:ahLst/>
            <a:cxnLst/>
            <a:rect l="0" t="0" r="0" b="0"/>
            <a:pathLst>
              <a:path w="238241" h="42980" extrusionOk="0">
                <a:moveTo>
                  <a:pt x="0" y="14049"/>
                </a:moveTo>
                <a:cubicBezTo>
                  <a:pt x="5476" y="8573"/>
                  <a:pt x="13935" y="7254"/>
                  <a:pt x="21126" y="4377"/>
                </a:cubicBezTo>
                <a:cubicBezTo>
                  <a:pt x="34915" y="-1140"/>
                  <a:pt x="51579" y="-1336"/>
                  <a:pt x="65669" y="3359"/>
                </a:cubicBezTo>
                <a:cubicBezTo>
                  <a:pt x="71835" y="5414"/>
                  <a:pt x="79874" y="8507"/>
                  <a:pt x="81450" y="14813"/>
                </a:cubicBezTo>
                <a:cubicBezTo>
                  <a:pt x="82973" y="20904"/>
                  <a:pt x="84783" y="28176"/>
                  <a:pt x="81704" y="33648"/>
                </a:cubicBezTo>
                <a:cubicBezTo>
                  <a:pt x="77323" y="41435"/>
                  <a:pt x="64779" y="44711"/>
                  <a:pt x="56251" y="42047"/>
                </a:cubicBezTo>
                <a:cubicBezTo>
                  <a:pt x="49198" y="39844"/>
                  <a:pt x="46785" y="28700"/>
                  <a:pt x="48107" y="21430"/>
                </a:cubicBezTo>
                <a:cubicBezTo>
                  <a:pt x="48970" y="16684"/>
                  <a:pt x="53054" y="12574"/>
                  <a:pt x="57270" y="10231"/>
                </a:cubicBezTo>
                <a:cubicBezTo>
                  <a:pt x="87007" y="-6292"/>
                  <a:pt x="121672" y="33365"/>
                  <a:pt x="155264" y="38739"/>
                </a:cubicBezTo>
                <a:cubicBezTo>
                  <a:pt x="174115" y="41755"/>
                  <a:pt x="194150" y="44396"/>
                  <a:pt x="212533" y="39248"/>
                </a:cubicBezTo>
                <a:cubicBezTo>
                  <a:pt x="225473" y="35624"/>
                  <a:pt x="238241" y="21633"/>
                  <a:pt x="238241" y="8195"/>
                </a:cubicBezTo>
              </a:path>
            </a:pathLst>
          </a:custGeom>
          <a:noFill/>
          <a:ln w="9525" cap="flat" cmpd="sng">
            <a:solidFill>
              <a:srgbClr val="FFFFFF"/>
            </a:solidFill>
            <a:prstDash val="dash"/>
            <a:round/>
            <a:headEnd type="none" w="med" len="med"/>
            <a:tailEnd type="none" w="med" len="me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9" y="217460"/>
            <a:ext cx="428219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Struktur eines Computers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F65C557-9F56-C5C6-993B-325FE80C03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066" y="1066571"/>
            <a:ext cx="6735580" cy="361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60500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9" y="217460"/>
            <a:ext cx="26882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Von-Neumann Computer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40B3A0A7-858B-B8D7-4FF6-311F655F7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87" y="796849"/>
            <a:ext cx="7999751" cy="3953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61733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4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9" y="217460"/>
            <a:ext cx="268823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CPU Aufbau</a:t>
            </a: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61EA7D41-5C7E-0433-63B4-ECE3F35136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9108" y="873352"/>
            <a:ext cx="5842654" cy="4095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1024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5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9" y="217460"/>
            <a:ext cx="31929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CPU Rechnungen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8EB0048-EE6C-DA13-CA86-A49A699944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6611" y="934386"/>
            <a:ext cx="6820002" cy="3894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80628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6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8" y="217460"/>
            <a:ext cx="52215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ALU – </a:t>
            </a:r>
            <a:r>
              <a:rPr lang="de-DE" sz="2800" dirty="0" err="1">
                <a:solidFill>
                  <a:schemeClr val="bg1">
                    <a:lumMod val="95000"/>
                  </a:schemeClr>
                </a:solidFill>
              </a:rPr>
              <a:t>Arithmetic</a:t>
            </a:r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 Logical Unit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A1EAA3C-3B02-E78F-8ED6-8454012D67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5731" y="1299147"/>
            <a:ext cx="7213953" cy="3270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53610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7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9" y="217460"/>
            <a:ext cx="448205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Befehlsausführung: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E17E448-A680-954C-97CA-984ADFA2F5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931" y="740680"/>
            <a:ext cx="5450594" cy="39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11236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D30B20A6-9C9E-2B4F-6819-6E6E15A1B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82" y="702991"/>
            <a:ext cx="8492028" cy="38590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9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156D5F87-E0E7-EA17-12BA-75C72E324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813" y="776728"/>
            <a:ext cx="8574374" cy="3727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852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10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663870C7-D2F0-ABE7-7C04-5D8E0BDDCC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198" y="734519"/>
            <a:ext cx="8553603" cy="3775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126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11</a:t>
            </a:fld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A04302C-B34F-DF8C-C481-1012887AC9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228" y="746101"/>
            <a:ext cx="8447543" cy="3758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9732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12</a:t>
            </a:fld>
            <a:endParaRPr lang="de-DE"/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7E0C40C-0A56-A511-650B-9B59DC51AC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77" y="988599"/>
            <a:ext cx="8564380" cy="33747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92531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8" y="217460"/>
            <a:ext cx="371256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Im nächsten Video…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A7484924-38C7-C449-A185-13FFF120BD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046" y="682597"/>
            <a:ext cx="6597216" cy="4264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57187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14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8" y="217460"/>
            <a:ext cx="40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Zeiteinheiten</a:t>
            </a: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0FF4B999-957A-4F85-5125-8E73293DF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27180"/>
            <a:ext cx="9144000" cy="1689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199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092B4D36-F5D0-FBC6-683E-C222D6CF1398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15</a:t>
            </a:fld>
            <a:endParaRPr lang="de-DE"/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93BC3B00-A7DF-87F4-990F-44B79C8418DB}"/>
              </a:ext>
            </a:extLst>
          </p:cNvPr>
          <p:cNvSpPr txBox="1"/>
          <p:nvPr/>
        </p:nvSpPr>
        <p:spPr>
          <a:xfrm>
            <a:off x="154898" y="217460"/>
            <a:ext cx="401236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2800" dirty="0">
                <a:solidFill>
                  <a:schemeClr val="bg1">
                    <a:lumMod val="95000"/>
                  </a:schemeClr>
                </a:solidFill>
              </a:rPr>
              <a:t>Speicher im Computer</a:t>
            </a:r>
          </a:p>
        </p:txBody>
      </p:sp>
      <p:pic>
        <p:nvPicPr>
          <p:cNvPr id="8" name="Grafik 7">
            <a:extLst>
              <a:ext uri="{FF2B5EF4-FFF2-40B4-BE49-F238E27FC236}">
                <a16:creationId xmlns:a16="http://schemas.microsoft.com/office/drawing/2014/main" id="{5906AF6D-0FA9-8410-437D-552A1984A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825" y="1483970"/>
            <a:ext cx="8539397" cy="217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4848076"/>
      </p:ext>
    </p:extLst>
  </p:cSld>
  <p:clrMapOvr>
    <a:masterClrMapping/>
  </p:clrMapOvr>
</p:sld>
</file>

<file path=ppt/theme/theme1.xml><?xml version="1.0" encoding="utf-8"?>
<a:theme xmlns:a="http://schemas.openxmlformats.org/drawingml/2006/main" name="Ulysses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Microsoft Office PowerPoint</Application>
  <PresentationFormat>Bildschirmpräsentation (16:9)</PresentationFormat>
  <Paragraphs>25</Paragraphs>
  <Slides>15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15</vt:i4>
      </vt:variant>
    </vt:vector>
  </HeadingPairs>
  <TitlesOfParts>
    <vt:vector size="19" baseType="lpstr">
      <vt:lpstr>Tunga</vt:lpstr>
      <vt:lpstr>Arial</vt:lpstr>
      <vt:lpstr>Nunito Sans</vt:lpstr>
      <vt:lpstr>Ulysses template</vt:lpstr>
      <vt:lpstr>Computerarchitecture 101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Tableau 10:  Visuelle und Intuitive Datenanalyse</dc:title>
  <cp:lastModifiedBy>Jan Schaffranek</cp:lastModifiedBy>
  <cp:revision>78</cp:revision>
  <dcterms:modified xsi:type="dcterms:W3CDTF">2022-07-29T16:35:53Z</dcterms:modified>
</cp:coreProperties>
</file>